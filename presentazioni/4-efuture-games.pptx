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notesMasterIdLst>
    <p:notesMasterId r:id="rId9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duzione" id="{c2f4b07b-fdcf-1d65-04e8-5a57c4f9dfd1}">
          <p14:sldIdLst>
            <p14:sldId id="256"/>
            <p14:sldId id="257"/>
          </p14:sldIdLst>
        </p14:section>
        <p14:section name="I giochi" id="{495c3ded-05ff-bb6f-3b71-c588a85fc021}">
          <p14:sldIdLst>
            <p14:sldId id="258"/>
            <p14:sldId id="259"/>
            <p14:sldId id="260"/>
            <p14:sldId id="261"/>
          </p14:sldIdLst>
        </p14:section>
        <p14:section name="Si parte" id="{aff9b8d2-9167-a446-8845-b07065b11ce6}">
          <p14:sldIdLst>
            <p14:sldId id="262"/>
          </p14:sldIdLst>
        </p14:section>
      </p14:sectionLst>
    </p:ex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Quattro videogiochi, uno per ogni stand: si giocano dal telefono con l’app Efuture Games.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 gara contano i primi 3 livelli, ognuno con 1 minuto e 3 vite. Il punteggio: livello × secondi avanzati × vite rimaste. Prima contano i livelli superati, poi i punti. I giochi si sbloccano agli stand con il QR.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Efuture Bros (stand Efuture): Sei il sistemista di guardia: attraversa le stanze dei clienti, salta sui bug o lancia il mouse, evita trappole e burroni e risolvi il ticket. Comandi: Frecce per correre · tasto per saltare e lanciare.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CoreTech Pac (stand CoreTech): Guidi la C di CoreTech: mangia tutte le monetine e scappa dai bug. Con il floppy della patch, per qualche secondo sei tu a mangiare i bug. Comandi: Joystick per muoversi nel labirinto.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Timenet Breakout (stand Timenet): Il delfino di Timenet fa rimbalzare il pallone contro il muro di mattoncini. Ogni livello è un’ora della giornata lavorativa. Comandi: Trascina il dito per muovere il delfino.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inncloud Invaders (stand inncloud): La nuvola di inncloud spara da sola contro bug, virus e hacker. Ogni fila eliminata carica un colpo LASER. Ripàrati dietro i firewall. Comandi: Trascina per muoverti · LASER quando è verde.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Il QR apre l’app Efuture Games. Dopo la registrazione i giochi si sbloccano agli stand.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2-1.png"/><Relationship Id="rId2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3-1.png"/><Relationship Id="rId2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4-1.png"/><Relationship Id="rId2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05-1.png"/><Relationship Id="rId2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COPERTIN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future_games/img/efutur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84048"/>
            <a:ext cx="1463040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822960" y="1737360"/>
            <a:ext cx="9601200" cy="45720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800" b="1" spc="6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8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822960" y="2240280"/>
            <a:ext cx="10424160" cy="17373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5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5400" dirty="0"/>
          </a:p>
        </p:txBody>
      </p:sp>
      <p:sp>
        <p:nvSpPr>
          <p:cNvPr id="5" name="Text 0"/>
          <p:cNvSpPr/>
          <p:nvPr>
            <p:ph idx="103" type="body" hasCustomPrompt="1"/>
          </p:nvPr>
        </p:nvSpPr>
        <p:spPr>
          <a:xfrm>
            <a:off x="822960" y="4114800"/>
            <a:ext cx="9601200" cy="128016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2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2200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SCURA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future_games/img/efutur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84048"/>
            <a:ext cx="1463040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4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1003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CHIARA">
    <p:bg>
      <p:bgPr>
        <a:solidFill>
          <a:schemeClr val="bg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home/user/efuture_games/img/efuture-logo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225735" y="384048"/>
            <a:ext cx="1463040" cy="384048"/>
          </a:xfrm>
          <a:prstGeom prst="rect">
            <a:avLst/>
          </a:prstGeom>
        </p:spPr>
      </p:pic>
      <p:sp>
        <p:nvSpPr>
          <p:cNvPr id="3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400" b="1" spc="400" kern="0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400" dirty="0"/>
          </a:p>
        </p:txBody>
      </p:sp>
      <p:sp>
        <p:nvSpPr>
          <p:cNvPr id="4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3400" b="1" dirty="0">
                <a:solidFill>
                  <a:schemeClr val="tx2"/>
                </a:solidFill>
              </a:defRPr>
            </a:lvl1pPr>
          </a:lstStyle>
          <a:p>
            <a:pPr algn="l" indent="0" marL="0">
              <a:buNone/>
            </a:pPr>
            <a:endParaRPr lang="en-US" sz="3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1004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TUTORIAL">
    <p:bg>
      <p:bgPr>
        <a:solidFill>
          <a:schemeClr val="tx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6766560" cy="6858000"/>
          </a:xfrm>
          <a:prstGeom prst="rect">
            <a:avLst/>
          </a:prstGeom>
          <a:solidFill>
            <a:schemeClr val="bg2"/>
          </a:solidFill>
          <a:ln/>
        </p:spPr>
      </p:sp>
      <p:pic>
        <p:nvPicPr>
          <p:cNvPr id="3" name="Image 0" descr="/home/user/efuture_games/img/efuture-logo-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08615" y="384048"/>
            <a:ext cx="1325880" cy="347472"/>
          </a:xfrm>
          <a:prstGeom prst="rect">
            <a:avLst/>
          </a:prstGeom>
        </p:spPr>
      </p:pic>
      <p:sp>
        <p:nvSpPr>
          <p:cNvPr id="4" name="Text 1"/>
          <p:cNvSpPr/>
          <p:nvPr>
            <p:ph idx="102" type="body" hasCustomPrompt="1"/>
          </p:nvPr>
        </p:nvSpPr>
        <p:spPr>
          <a:xfrm>
            <a:off x="7269480" y="960120"/>
            <a:ext cx="4480560" cy="32004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200" b="1" spc="300" kern="0" dirty="0">
                <a:solidFill>
                  <a:schemeClr val="accent2"/>
                </a:solidFill>
              </a:defRPr>
            </a:lvl1pPr>
          </a:lstStyle>
          <a:p>
            <a:pPr indent="0" marL="0">
              <a:buNone/>
            </a:pPr>
            <a:endParaRPr lang="en-US" sz="1200" dirty="0"/>
          </a:p>
        </p:txBody>
      </p:sp>
      <p:sp>
        <p:nvSpPr>
          <p:cNvPr id="5" name="Text 1"/>
          <p:cNvSpPr/>
          <p:nvPr>
            <p:ph idx="103" type="body" hasCustomPrompt="1"/>
          </p:nvPr>
        </p:nvSpPr>
        <p:spPr>
          <a:xfrm>
            <a:off x="7269480" y="1325880"/>
            <a:ext cx="4480560" cy="365760"/>
          </a:xfrm>
          <a:prstGeom prst="rect">
            <a:avLst/>
          </a:prstGeom>
          <a:noFill/>
          <a:ln/>
        </p:spPr>
        <p:txBody>
          <a:bodyPr wrap="square" rtlCol="0"/>
          <a:lstStyle>
            <a:lvl1pPr indent="0" marL="0">
              <a:buNone/>
              <a:defRPr lang="en-US" sz="1600" b="1" dirty="0">
                <a:solidFill>
                  <a:schemeClr val="accent1"/>
                </a:solidFill>
              </a:defRPr>
            </a:lvl1pPr>
          </a:lstStyle>
          <a:p>
            <a:pPr indent="0" marL="0">
              <a:buNone/>
            </a:pPr>
            <a:endParaRPr lang="en-US" sz="1600" dirty="0"/>
          </a:p>
        </p:txBody>
      </p:sp>
      <p:sp>
        <p:nvSpPr>
          <p:cNvPr id="6" name="Text 1"/>
          <p:cNvSpPr/>
          <p:nvPr>
            <p:ph idx="104" type="title" hasCustomPrompt="1"/>
          </p:nvPr>
        </p:nvSpPr>
        <p:spPr>
          <a:xfrm>
            <a:off x="7269480" y="1737360"/>
            <a:ext cx="4480560" cy="118872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2800" b="1" dirty="0">
                <a:solidFill>
                  <a:schemeClr val="bg1"/>
                </a:solidFill>
              </a:defRPr>
            </a:lvl1pPr>
          </a:lstStyle>
          <a:p>
            <a:pPr algn="l" indent="0" marL="0">
              <a:buNone/>
            </a:pPr>
            <a:endParaRPr lang="en-US" sz="2800" dirty="0"/>
          </a:p>
        </p:txBody>
      </p:sp>
      <p:sp>
        <p:nvSpPr>
          <p:cNvPr id="7" name="Text 1"/>
          <p:cNvSpPr/>
          <p:nvPr>
            <p:ph idx="105" type="body" hasCustomPrompt="1"/>
          </p:nvPr>
        </p:nvSpPr>
        <p:spPr>
          <a:xfrm>
            <a:off x="7269480" y="2971800"/>
            <a:ext cx="4480560" cy="1600200"/>
          </a:xfrm>
          <a:prstGeom prst="rect">
            <a:avLst/>
          </a:prstGeom>
          <a:noFill/>
          <a:ln/>
        </p:spPr>
        <p:txBody>
          <a:bodyPr wrap="square" rtlCol="0"/>
          <a:lstStyle>
            <a:lvl1pPr algn="l" indent="0" marL="0">
              <a:buNone/>
              <a:defRPr lang="en-US" sz="1500" dirty="0">
                <a:solidFill>
                  <a:schemeClr val="bg2"/>
                </a:solidFill>
              </a:defRPr>
            </a:lvl1pPr>
          </a:lstStyle>
          <a:p>
            <a:pPr algn="l" indent="0" marL="0">
              <a:buNone/>
            </a:pP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1005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EFG_IMMAGINE">
    <p:bg>
      <p:bgPr>
        <a:solidFill>
          <a:srgbClr val="000000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slideLayout" Target="../slideLayouts/slideLayout2.xml"/><Relationship Id="rId6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3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4.xml"/><Relationship Id="rId3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822960" y="173736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800" b="1" spc="600" kern="0" dirty="0">
                <a:solidFill>
                  <a:schemeClr val="accent2"/>
                </a:solidFill>
              </a:rPr>
              <a:t>I 4 GIOCHI DEGLI STAND</a:t>
            </a:r>
            <a:endParaRPr lang="en-US" sz="18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822960" y="2240280"/>
            <a:ext cx="1042416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5400" b="1" dirty="0">
                <a:solidFill>
                  <a:schemeClr val="bg1"/>
                </a:solidFill>
              </a:rPr>
              <a:t>Efuture Games</a:t>
            </a:r>
            <a:endParaRPr lang="en-US" sz="5400" dirty="0"/>
          </a:p>
        </p:txBody>
      </p:sp>
      <p:sp>
        <p:nvSpPr>
          <p:cNvPr id="4" name="Text 0"/>
          <p:cNvSpPr/>
          <p:nvPr>
            <p:ph idx="103" type="body" hasCustomPrompt="1"/>
          </p:nvPr>
        </p:nvSpPr>
        <p:spPr>
          <a:xfrm>
            <a:off x="822960" y="4114800"/>
            <a:ext cx="9601200" cy="1280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200" dirty="0">
                <a:solidFill>
                  <a:schemeClr val="bg2"/>
                </a:solidFill>
              </a:rPr>
              <a:t>Efuture · CoreTech · Timenet · inncloud</a:t>
            </a:r>
            <a:endParaRPr lang="en-US" sz="2200" dirty="0"/>
          </a:p>
        </p:txBody>
      </p:sp>
      <p:pic>
        <p:nvPicPr>
          <p:cNvPr id="5" name="Icona Efuture Bros" descr="Efuture B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5349240"/>
            <a:ext cx="822960" cy="822960"/>
          </a:xfrm>
          <a:prstGeom prst="rect">
            <a:avLst/>
          </a:prstGeom>
        </p:spPr>
      </p:pic>
      <p:pic>
        <p:nvPicPr>
          <p:cNvPr id="6" name="Icona CoreTech Pac" descr="CoreTech Pa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74520" y="5349240"/>
            <a:ext cx="822960" cy="822960"/>
          </a:xfrm>
          <a:prstGeom prst="rect">
            <a:avLst/>
          </a:prstGeom>
        </p:spPr>
      </p:pic>
      <p:pic>
        <p:nvPicPr>
          <p:cNvPr id="7" name="Icona Timenet Breakout" descr="Timenet Breakout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926080" y="5349240"/>
            <a:ext cx="822960" cy="822960"/>
          </a:xfrm>
          <a:prstGeom prst="rect">
            <a:avLst/>
          </a:prstGeom>
        </p:spPr>
      </p:pic>
      <p:pic>
        <p:nvPicPr>
          <p:cNvPr id="8" name="Icona inncloud Invaders" descr="inncloud Invaders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977640" y="5349240"/>
            <a:ext cx="82296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LE REGOLE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Come si gioca</a:t>
            </a:r>
            <a:endParaRPr lang="en-US" sz="3400" dirty="0"/>
          </a:p>
        </p:txBody>
      </p:sp>
      <p:sp>
        <p:nvSpPr>
          <p:cNvPr id="4" name="Riquadro livelli per gioco"/>
          <p:cNvSpPr/>
          <p:nvPr/>
        </p:nvSpPr>
        <p:spPr>
          <a:xfrm>
            <a:off x="640080" y="1920240"/>
            <a:ext cx="3291840" cy="21031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D5E3F0"/>
            </a:solidFill>
            <a:prstDash val="solid"/>
          </a:ln>
        </p:spPr>
      </p:sp>
      <p:sp>
        <p:nvSpPr>
          <p:cNvPr id="5" name="Numero livelli per gioco"/>
          <p:cNvSpPr txBox="1"/>
          <p:nvPr/>
        </p:nvSpPr>
        <p:spPr>
          <a:xfrm>
            <a:off x="640080" y="214884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3</a:t>
            </a:r>
            <a:endParaRPr lang="en-US" sz="6600" dirty="0"/>
          </a:p>
        </p:txBody>
      </p:sp>
      <p:sp>
        <p:nvSpPr>
          <p:cNvPr id="6" name="Etichetta livelli per gioco"/>
          <p:cNvSpPr txBox="1"/>
          <p:nvPr/>
        </p:nvSpPr>
        <p:spPr>
          <a:xfrm>
            <a:off x="640080" y="3291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livelli per gioco</a:t>
            </a:r>
            <a:endParaRPr lang="en-US" sz="1800" dirty="0"/>
          </a:p>
        </p:txBody>
      </p:sp>
      <p:sp>
        <p:nvSpPr>
          <p:cNvPr id="7" name="Riquadro minuto per livello"/>
          <p:cNvSpPr/>
          <p:nvPr/>
        </p:nvSpPr>
        <p:spPr>
          <a:xfrm>
            <a:off x="4453128" y="1920240"/>
            <a:ext cx="3291840" cy="21031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D5E3F0"/>
            </a:solidFill>
            <a:prstDash val="solid"/>
          </a:ln>
        </p:spPr>
      </p:sp>
      <p:sp>
        <p:nvSpPr>
          <p:cNvPr id="8" name="Numero minuto per livello"/>
          <p:cNvSpPr txBox="1"/>
          <p:nvPr/>
        </p:nvSpPr>
        <p:spPr>
          <a:xfrm>
            <a:off x="4453128" y="214884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1’</a:t>
            </a:r>
            <a:endParaRPr lang="en-US" sz="6600" dirty="0"/>
          </a:p>
        </p:txBody>
      </p:sp>
      <p:sp>
        <p:nvSpPr>
          <p:cNvPr id="9" name="Etichetta minuto per livello"/>
          <p:cNvSpPr txBox="1"/>
          <p:nvPr/>
        </p:nvSpPr>
        <p:spPr>
          <a:xfrm>
            <a:off x="4453128" y="3291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minuto per livello</a:t>
            </a:r>
            <a:endParaRPr lang="en-US" sz="1800" dirty="0"/>
          </a:p>
        </p:txBody>
      </p:sp>
      <p:sp>
        <p:nvSpPr>
          <p:cNvPr id="10" name="Riquadro vite per livello"/>
          <p:cNvSpPr/>
          <p:nvPr/>
        </p:nvSpPr>
        <p:spPr>
          <a:xfrm>
            <a:off x="8257032" y="1920240"/>
            <a:ext cx="3291840" cy="2103120"/>
          </a:xfrm>
          <a:prstGeom prst="roundRect">
            <a:avLst>
              <a:gd name="adj" fmla="val 6522"/>
            </a:avLst>
          </a:prstGeom>
          <a:solidFill>
            <a:schemeClr val="bg1"/>
          </a:solidFill>
          <a:ln w="12700">
            <a:solidFill>
              <a:srgbClr val="D5E3F0"/>
            </a:solidFill>
            <a:prstDash val="solid"/>
          </a:ln>
        </p:spPr>
      </p:sp>
      <p:sp>
        <p:nvSpPr>
          <p:cNvPr id="11" name="Numero vite per livello"/>
          <p:cNvSpPr txBox="1"/>
          <p:nvPr/>
        </p:nvSpPr>
        <p:spPr>
          <a:xfrm>
            <a:off x="8257032" y="2148840"/>
            <a:ext cx="329184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6600" b="1" dirty="0">
                <a:solidFill>
                  <a:schemeClr val="accent1"/>
                </a:solidFill>
              </a:rPr>
              <a:t>3</a:t>
            </a:r>
            <a:endParaRPr lang="en-US" sz="6600" dirty="0"/>
          </a:p>
        </p:txBody>
      </p:sp>
      <p:sp>
        <p:nvSpPr>
          <p:cNvPr id="12" name="Etichetta vite per livello"/>
          <p:cNvSpPr txBox="1"/>
          <p:nvPr/>
        </p:nvSpPr>
        <p:spPr>
          <a:xfrm>
            <a:off x="8257032" y="3291840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2"/>
                </a:solidFill>
              </a:rPr>
              <a:t>vite per livello</a:t>
            </a:r>
            <a:endParaRPr lang="en-US" sz="1800" dirty="0"/>
          </a:p>
        </p:txBody>
      </p:sp>
      <p:sp>
        <p:nvSpPr>
          <p:cNvPr id="13" name="Formula"/>
          <p:cNvSpPr txBox="1"/>
          <p:nvPr/>
        </p:nvSpPr>
        <p:spPr>
          <a:xfrm>
            <a:off x="640080" y="4343400"/>
            <a:ext cx="10908792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chemeClr val="tx2"/>
                </a:solidFill>
              </a:rPr>
              <a:t>Punti = </a:t>
            </a:r>
            <a:r>
              <a:rPr lang="en-US" sz="2200" dirty="0">
                <a:solidFill>
                  <a:schemeClr val="tx2"/>
                </a:solidFill>
              </a:rPr>
              <a:t>livello × secondi avanzati × vite</a:t>
            </a:r>
            <a:endParaRPr lang="en-US" sz="2200" dirty="0"/>
          </a:p>
        </p:txBody>
      </p:sp>
      <p:sp>
        <p:nvSpPr>
          <p:cNvPr id="14" name="Sblocco"/>
          <p:cNvSpPr txBox="1"/>
          <p:nvPr/>
        </p:nvSpPr>
        <p:spPr>
          <a:xfrm>
            <a:off x="640080" y="4983480"/>
            <a:ext cx="1090879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chemeClr val="tx1"/>
                </a:solidFill>
              </a:rPr>
              <a:t>Ogni gioco si sblocca allo stand del suo sponsor, inquadrando il QR.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STAND EFUTURE · PLATFORM A SCORRIMENTO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Efuture Bros</a:t>
            </a:r>
            <a:endParaRPr lang="en-US" sz="3400" dirty="0"/>
          </a:p>
        </p:txBody>
      </p:sp>
      <p:pic>
        <p:nvPicPr>
          <p:cNvPr id="4" name="Icona" descr="Efuture Bro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1188720" cy="1188720"/>
          </a:xfrm>
          <a:prstGeom prst="rect">
            <a:avLst/>
          </a:prstGeom>
        </p:spPr>
      </p:pic>
      <p:sp>
        <p:nvSpPr>
          <p:cNvPr id="5" name="Descrizione"/>
          <p:cNvSpPr txBox="1"/>
          <p:nvPr/>
        </p:nvSpPr>
        <p:spPr>
          <a:xfrm>
            <a:off x="640080" y="34290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Sei il sistemista di guardia: attraversa le stanze dei clienti, salta sui bug o lancia il mouse, evita trappole e burroni e risolvi il ticket.</a:t>
            </a:r>
            <a:endParaRPr lang="en-US" sz="2000" dirty="0"/>
          </a:p>
        </p:txBody>
      </p:sp>
      <p:sp>
        <p:nvSpPr>
          <p:cNvPr id="6" name="Comandi"/>
          <p:cNvSpPr txBox="1"/>
          <p:nvPr/>
        </p:nvSpPr>
        <p:spPr>
          <a:xfrm>
            <a:off x="640080" y="50749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🎮  Frecce per correre · tasto per saltare e lanciare</a:t>
            </a:r>
            <a:endParaRPr lang="en-US" sz="1600" dirty="0"/>
          </a:p>
        </p:txBody>
      </p:sp>
      <p:sp>
        <p:nvSpPr>
          <p:cNvPr id="7" name="Cornice"/>
          <p:cNvSpPr/>
          <p:nvPr/>
        </p:nvSpPr>
        <p:spPr>
          <a:xfrm>
            <a:off x="7754112" y="2767775"/>
            <a:ext cx="3968496" cy="2328291"/>
          </a:xfrm>
          <a:prstGeom prst="roundRect">
            <a:avLst>
              <a:gd name="adj" fmla="val 4713"/>
            </a:avLst>
          </a:prstGeom>
          <a:solidFill>
            <a:schemeClr val="accent3"/>
          </a:solidFill>
          <a:ln/>
        </p:spPr>
      </p:sp>
      <p:pic>
        <p:nvPicPr>
          <p:cNvPr id="8" name="Schermata" descr="Una partita di Efuture Bro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877503"/>
            <a:ext cx="3749040" cy="2108835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STAND CORETECH · LABIRINTO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CoreTech Pac</a:t>
            </a:r>
            <a:endParaRPr lang="en-US" sz="3400" dirty="0"/>
          </a:p>
        </p:txBody>
      </p:sp>
      <p:pic>
        <p:nvPicPr>
          <p:cNvPr id="4" name="Icona" descr="CoreTech Pac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1188720" cy="1188720"/>
          </a:xfrm>
          <a:prstGeom prst="rect">
            <a:avLst/>
          </a:prstGeom>
        </p:spPr>
      </p:pic>
      <p:sp>
        <p:nvSpPr>
          <p:cNvPr id="5" name="Descrizione"/>
          <p:cNvSpPr txBox="1"/>
          <p:nvPr/>
        </p:nvSpPr>
        <p:spPr>
          <a:xfrm>
            <a:off x="640080" y="34290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Guidi la C di CoreTech: mangia tutte le monetine e scappa dai bug. Con il floppy della patch, per qualche secondo sei tu a mangiare i bug.</a:t>
            </a:r>
            <a:endParaRPr lang="en-US" sz="2000" dirty="0"/>
          </a:p>
        </p:txBody>
      </p:sp>
      <p:sp>
        <p:nvSpPr>
          <p:cNvPr id="6" name="Comandi"/>
          <p:cNvSpPr txBox="1"/>
          <p:nvPr/>
        </p:nvSpPr>
        <p:spPr>
          <a:xfrm>
            <a:off x="640080" y="50749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🎮  Joystick per muoversi nel labirinto</a:t>
            </a:r>
            <a:endParaRPr lang="en-US" sz="1600" dirty="0"/>
          </a:p>
        </p:txBody>
      </p:sp>
      <p:sp>
        <p:nvSpPr>
          <p:cNvPr id="7" name="Cornice"/>
          <p:cNvSpPr/>
          <p:nvPr/>
        </p:nvSpPr>
        <p:spPr>
          <a:xfrm>
            <a:off x="7754112" y="1947672"/>
            <a:ext cx="3968496" cy="3968496"/>
          </a:xfrm>
          <a:prstGeom prst="roundRect">
            <a:avLst>
              <a:gd name="adj" fmla="val 2765"/>
            </a:avLst>
          </a:prstGeom>
          <a:solidFill>
            <a:schemeClr val="accent3"/>
          </a:solidFill>
          <a:ln/>
        </p:spPr>
      </p:sp>
      <p:pic>
        <p:nvPicPr>
          <p:cNvPr id="8" name="Schermata" descr="Una partita di CoreTech Pac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63840" y="2057400"/>
            <a:ext cx="3749040" cy="374904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STAND TIMENET · ROMPI-MATTONCINI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Timenet Breakout</a:t>
            </a:r>
            <a:endParaRPr lang="en-US" sz="3400" dirty="0"/>
          </a:p>
        </p:txBody>
      </p:sp>
      <p:pic>
        <p:nvPicPr>
          <p:cNvPr id="4" name="Icona" descr="Timenet Breakout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1188720" cy="1188720"/>
          </a:xfrm>
          <a:prstGeom prst="rect">
            <a:avLst/>
          </a:prstGeom>
        </p:spPr>
      </p:pic>
      <p:sp>
        <p:nvSpPr>
          <p:cNvPr id="5" name="Descrizione"/>
          <p:cNvSpPr txBox="1"/>
          <p:nvPr/>
        </p:nvSpPr>
        <p:spPr>
          <a:xfrm>
            <a:off x="640080" y="34290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Il delfino di Timenet fa rimbalzare il pallone contro il muro di mattoncini. Ogni livello è un’ora della giornata lavorativa.</a:t>
            </a:r>
            <a:endParaRPr lang="en-US" sz="2000" dirty="0"/>
          </a:p>
        </p:txBody>
      </p:sp>
      <p:sp>
        <p:nvSpPr>
          <p:cNvPr id="6" name="Comandi"/>
          <p:cNvSpPr txBox="1"/>
          <p:nvPr/>
        </p:nvSpPr>
        <p:spPr>
          <a:xfrm>
            <a:off x="640080" y="50749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🎮  Trascina il dito per muovere il delfino</a:t>
            </a:r>
            <a:endParaRPr lang="en-US" sz="1600" dirty="0"/>
          </a:p>
        </p:txBody>
      </p:sp>
      <p:sp>
        <p:nvSpPr>
          <p:cNvPr id="7" name="Cornice"/>
          <p:cNvSpPr/>
          <p:nvPr/>
        </p:nvSpPr>
        <p:spPr>
          <a:xfrm>
            <a:off x="8119845" y="1307592"/>
            <a:ext cx="3237030" cy="5248656"/>
          </a:xfrm>
          <a:prstGeom prst="roundRect">
            <a:avLst>
              <a:gd name="adj" fmla="val 3390"/>
            </a:avLst>
          </a:prstGeom>
          <a:solidFill>
            <a:schemeClr val="accent3"/>
          </a:solidFill>
          <a:ln/>
        </p:spPr>
      </p:sp>
      <p:pic>
        <p:nvPicPr>
          <p:cNvPr id="8" name="Schermata" descr="Una partita di Timenet Breakout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73" y="1417320"/>
            <a:ext cx="3017574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2"/>
                </a:solidFill>
              </a:rPr>
              <a:t>STAND INNCLOUD · SPARATUTTO SPAZIALE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bg1"/>
                </a:solidFill>
              </a:rPr>
              <a:t>inncloud Invaders</a:t>
            </a:r>
            <a:endParaRPr lang="en-US" sz="3400" dirty="0"/>
          </a:p>
        </p:txBody>
      </p:sp>
      <p:pic>
        <p:nvPicPr>
          <p:cNvPr id="4" name="Icona" descr="inncloud Invader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" y="2011680"/>
            <a:ext cx="1188720" cy="1188720"/>
          </a:xfrm>
          <a:prstGeom prst="rect">
            <a:avLst/>
          </a:prstGeom>
        </p:spPr>
      </p:pic>
      <p:sp>
        <p:nvSpPr>
          <p:cNvPr id="5" name="Descrizione"/>
          <p:cNvSpPr txBox="1"/>
          <p:nvPr/>
        </p:nvSpPr>
        <p:spPr>
          <a:xfrm>
            <a:off x="640080" y="3429000"/>
            <a:ext cx="658368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000" dirty="0">
                <a:solidFill>
                  <a:schemeClr val="bg1"/>
                </a:solidFill>
              </a:rPr>
              <a:t>La nuvola di inncloud spara da sola contro bug, virus e hacker. Ogni fila eliminata carica un colpo LASER. Ripàrati dietro i firewall.</a:t>
            </a:r>
            <a:endParaRPr lang="en-US" sz="2000" dirty="0"/>
          </a:p>
        </p:txBody>
      </p:sp>
      <p:sp>
        <p:nvSpPr>
          <p:cNvPr id="6" name="Comandi"/>
          <p:cNvSpPr txBox="1"/>
          <p:nvPr/>
        </p:nvSpPr>
        <p:spPr>
          <a:xfrm>
            <a:off x="640080" y="5074920"/>
            <a:ext cx="6583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chemeClr val="accent5"/>
                </a:solidFill>
              </a:rPr>
              <a:t>🎮  Trascina per muoverti · LASER quando è verde</a:t>
            </a:r>
            <a:endParaRPr lang="en-US" sz="1600" dirty="0"/>
          </a:p>
        </p:txBody>
      </p:sp>
      <p:sp>
        <p:nvSpPr>
          <p:cNvPr id="7" name="Cornice"/>
          <p:cNvSpPr/>
          <p:nvPr/>
        </p:nvSpPr>
        <p:spPr>
          <a:xfrm>
            <a:off x="8119845" y="1307592"/>
            <a:ext cx="3237030" cy="5248656"/>
          </a:xfrm>
          <a:prstGeom prst="roundRect">
            <a:avLst>
              <a:gd name="adj" fmla="val 3390"/>
            </a:avLst>
          </a:prstGeom>
          <a:solidFill>
            <a:schemeClr val="accent3"/>
          </a:solidFill>
          <a:ln/>
        </p:spPr>
      </p:sp>
      <p:pic>
        <p:nvPicPr>
          <p:cNvPr id="8" name="Schermata" descr="Una partita di inncloud Invaders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573" y="1417320"/>
            <a:ext cx="3017574" cy="5029200"/>
          </a:xfrm>
          <a:prstGeom prst="rect">
            <a:avLst/>
          </a:prstGeom>
        </p:spPr>
      </p:pic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bg1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>
            <p:ph idx="101" type="body" hasCustomPrompt="1"/>
          </p:nvPr>
        </p:nvSpPr>
        <p:spPr>
          <a:xfrm>
            <a:off x="640080" y="457200"/>
            <a:ext cx="8686800" cy="365760"/>
          </a:xfrm>
          <a:prstGeom prst="rect">
            <a:avLst/>
          </a:prstGeom>
          <a:noFill/>
          <a:ln/>
        </p:spPr>
        <p:txBody>
          <a:bodyPr wrap="square" lIns="0" tIns="0" rIns="0" bIns="0" rtlCol="0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chemeClr val="accent1"/>
                </a:solidFill>
              </a:rPr>
              <a:t>SI PARTE</a:t>
            </a:r>
            <a:endParaRPr lang="en-US" sz="1400" dirty="0"/>
          </a:p>
        </p:txBody>
      </p:sp>
      <p:sp>
        <p:nvSpPr>
          <p:cNvPr id="3" name="Text 0"/>
          <p:cNvSpPr/>
          <p:nvPr>
            <p:ph idx="102" type="title" hasCustomPrompt="1"/>
          </p:nvPr>
        </p:nvSpPr>
        <p:spPr>
          <a:xfrm>
            <a:off x="640080" y="822960"/>
            <a:ext cx="96012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400" b="1" dirty="0">
                <a:solidFill>
                  <a:schemeClr val="tx2"/>
                </a:solidFill>
              </a:rPr>
              <a:t>Scarica l’app e gioca</a:t>
            </a:r>
            <a:endParaRPr lang="en-US" sz="3400" dirty="0"/>
          </a:p>
        </p:txBody>
      </p:sp>
      <p:pic>
        <p:nvPicPr>
          <p:cNvPr id="4" name="QR app" descr="QR dell’app Efuture Games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22960" y="1828800"/>
            <a:ext cx="4023360" cy="4023360"/>
          </a:xfrm>
          <a:prstGeom prst="rect">
            <a:avLst/>
          </a:prstGeom>
        </p:spPr>
      </p:pic>
      <p:sp>
        <p:nvSpPr>
          <p:cNvPr id="5" name="Istruzioni"/>
          <p:cNvSpPr txBox="1"/>
          <p:nvPr/>
        </p:nvSpPr>
        <p:spPr>
          <a:xfrm>
            <a:off x="5486400" y="2377440"/>
            <a:ext cx="5852160" cy="2743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Inquadra il QR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con la fotocamera del telefono e registrati.</a:t>
            </a:r>
            <a:endParaRPr lang="en-US" sz="2400" dirty="0"/>
          </a:p>
          <a:p>
            <a:pPr indent="0" marL="0">
              <a:buNone/>
            </a:pPr>
            <a:r>
              <a:rPr lang="en-US" sz="2400" dirty="0">
                <a:solidFill>
                  <a:schemeClr val="tx2"/>
                </a:solidFill>
              </a:rPr>
              <a:t> </a:t>
            </a:r>
            <a:endParaRPr lang="en-US" sz="2400" dirty="0"/>
          </a:p>
          <a:p>
            <a:pPr indent="0" marL="0">
              <a:buNone/>
            </a:pPr>
            <a:r>
              <a:rPr lang="en-US" sz="2400" b="1" dirty="0">
                <a:solidFill>
                  <a:schemeClr val="tx2"/>
                </a:solidFill>
              </a:rPr>
              <a:t>Poi passa agli stand: </a:t>
            </a:r>
            <a:r>
              <a:rPr lang="en-US" sz="2400" dirty="0">
                <a:solidFill>
                  <a:schemeClr val="tx2"/>
                </a:solidFill>
              </a:rPr>
              <a:t>a ogni stand sblocchi il suo gioco.</a:t>
            </a:r>
            <a:endParaRPr lang="en-US" sz="24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77295" y="6355080"/>
            <a:ext cx="548640" cy="27432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1100">
                <a:solidFill>
                  <a:schemeClr val="tx2"/>
                </a:solidFill>
              </a:defRPr>
            </a:lvl1pPr>
          </a:lstStyle>
          <a:p>
            <a:pPr algn="r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Efuture">
  <a:themeElements>
    <a:clrScheme name="Efuture">
      <a:dk1>
        <a:srgbClr val="0D2B45"/>
      </a:dk1>
      <a:lt1>
        <a:srgbClr val="FFFFFF"/>
      </a:lt1>
      <a:dk2>
        <a:srgbClr val="002238"/>
      </a:dk2>
      <a:lt2>
        <a:srgbClr val="EEF4FA"/>
      </a:lt2>
      <a:accent1>
        <a:srgbClr val="F18C22"/>
      </a:accent1>
      <a:accent2>
        <a:srgbClr val="8AD0FF"/>
      </a:accent2>
      <a:accent3>
        <a:srgbClr val="0B3A5C"/>
      </a:accent3>
      <a:accent4>
        <a:srgbClr val="4A9FD8"/>
      </a:accent4>
      <a:accent5>
        <a:srgbClr val="FFD2A1"/>
      </a:accent5>
      <a:accent6>
        <a:srgbClr val="2FA36B"/>
      </a:accent6>
      <a:hlink>
        <a:srgbClr val="0B6FB8"/>
      </a:hlink>
      <a:folHlink>
        <a:srgbClr val="6A4C93"/>
      </a:folHlink>
    </a:clrScheme>
    <a:fontScheme name="Efuture">
      <a:majorFont>
        <a:latin typeface="Calibr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7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0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</vt:vector>
  </TitlesOfParts>
  <Company>Efuture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Efuture Games</dc:title>
  <dc:subject>PptxGenJS Presentation</dc:subject>
  <dc:creator>Efuture</dc:creator>
  <cp:lastModifiedBy>Efuture</cp:lastModifiedBy>
  <cp:revision>1</cp:revision>
  <dcterms:created xsi:type="dcterms:W3CDTF">2026-10-15T13:14:09Z</dcterms:created>
  <dcterms:modified xsi:type="dcterms:W3CDTF">2026-10-15T13:14:09Z</dcterms:modified>
</cp:coreProperties>
</file>