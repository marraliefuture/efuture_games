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io AI" id="{a2665789-ccdf-3dbb-c5a1-73b87642a75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di 20: Laboratorio AI
Laboratorio AI
CARE CONFERENCE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di 20: Claude, aiutami tu!
CLAUDE IN CHROMEClaude, aiutami tu!Installa l'estensione di Claude sul tuo browser e risolvi operazioni quotidiane.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 20: Video: prenota con TheFork
Video: clic per avviarlo.
Claude in Chrome prenota un tavolo su TheFork🔇 Clic per attivare l'audio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di 20: E tu cosa potresti chiedere?
?E tu cosa potresti chiedere a Claude per le tue operazioni quotidiane?Prenotare un ristoranteInvia una mailCompila un foglio di calcoloConfrontare offerteOrganizza una trasferta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di 20: Crea il tuo videogioco!
GAME ONCREA CON CLAUDECrea il tuo videogioco!4 prompt e il gioco è fatto! Realizza la tua app in meno di 15 minuti.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di 20: Video: Forza 4 con Claude
Video: clic per avviarlo.
Crea e gioca con Claude🔇 Clic per attivare l'audio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di 20: Crea un gioco con l’AI
Tutorial · Forza 4 con ClaudeTutorialCrea un gioco con l’AIIn meno di 15 minuti crei il tuo videogioco con quattro richieste a Claude (o ChatGPT, ecc.) e gioca subito.4 prompt per costruire il giocouna partita completa contro il computertempo totale: circa 9 minuti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di 20: Cosa ti serve
Tutorial · Forza 4 con ClaudePrima di iniziareCosa ti serveun account Claude (claude.ai)un computer o un tablet con il browser15 minutiNon serve saper programmare: scrivi a Claude cosa vuoi, come lo diresti a una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di 20: Apri Claude e inizia una nuova chat
Tutorial · Forza 4 con ClaudePasso 1Apri Claude e inizia una nuova chatVai su claude.ai e premi Nuova chat. Clicca nel riquadro in basso per scrivere.⏱ circa 0:20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di 20: Chiedi a Claude di creare il gioco
Tutorial · Forza 4 con ClaudePasso 2 · primo promptChiedi a Claude di creare il giocoScrivi con calma, rileggi e premi invio. Claude scrive il codice: mentre lavora vedi l’avanzamento.“Creami un gioco come Forza 4 da giocare nel browser: griglia 7x6, gettoni rossi e gialli, contro il computer oppure in due giocatori.”⏱ Claude ci mette circa 1:30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di 20: Il gioco è pronto: versione 1
Tutorial · Forza 4 con ClaudePasso 2 · risultatoIl gioco è pronto: versione 1A destra compare il gioco (si chiama Artifact): puoi già provarlo. Nella chat resta la scheda della versione.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di 20: Livelli di difficoltà e punteggio
Tutorial · Forza 4 con ClaudePasso 3 · secondo promptLivelli di difficoltà e punteggioOgni richiesta migliora il gioco: Claude crea una nuova versione partendo da quella di prima.“Aggiungi tre livelli di difficoltà per il computer (facile, medio e difficile) e un punteggio che conti vittorie e pareggi.”⏱ Claude ci mette circa 1:05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di 20: Euro e dollaro sui gettoni
Tutorial · Forza 4 con ClaudePasso 4 · terzo promptEuro e dollaro sui gettoniLe modifiche piccole sono le più veloci: meno di un minuto.“Sui gettoni rossi metti il simbolo dell'euro e su quelli gialli il dollaro.”⏱ Claude ci mette circa 0:40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di 20: Scatena un evento
Tutorial · Forza 4 con ClaudePasso 5 · quarto promptScatena un eventoIl gioco è completo. Sono passati circa 9 minuti: ne restano 6 per giocare.“Quando vinco fai partire i fuochi d'artificio. Quando vince il computer, fai esplodere i gettoni fuori dallo schermo!”⏱ Claude ci mette circa 1:15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di 20: Prova subito il tuo gioco!
Tutorial · Forza 4 con ClaudePasso 6 · giocaProva subito il tuo gioco!Scegli Contro il computer e il livello Facile. Metti il primo gettone al centro (colonna 4), poi accanto: colonne 3 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di 20: Ricorda le regole…
Tutorial · Forza 4 con ClaudePasso 7 · la trappolaRicorda le regole…Con tre gettoni in fila e entrambi i lati liberi, il computer può bloccarne uno solo. Tu chiudi l’altro: qui la colonna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di 20: Hai vinto!
Tutorial · Forza 4 con ClaudeFattoHai vinto!Quattro in fila e fuochi d’artificio. Gioco creato e partita vinta in circa 9 minuti.Con il tempo che resta prova il livello Difficile o sfida un amico in modalità 2 giocatori.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di 20: Altri prompt da provare
Tutorial · Forza 4 con ClaudeIdee per continuareAltri prompt da provarePuoi chiedere a Claude qualsiasi modifica: colori, suoni, regole nuove. Una richiesta alla volta, poi prova il risultato.“Aggiungi un pulsante per il tema scuro e fai dire al computer una frase scherzosa quando vince.”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di 20: E adesso?
?Ho creato il mio primo videogioco. E adesso?Come posso creare un’applicazione per la mia azienda?Con quale scopo?Come posso migliorare un processo aziendale?Come posso digitalizzare un’operazione di routine?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di 20: Grazie
Graziee buona accelerazione…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OPERTIN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6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HIA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TUTORIA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84048"/>
            <a:ext cx="1325880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IMMAGIN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 di 20: Laboratorio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2 di 20: Claude, aiutami tu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4 di 20: E tu cosa potresti chiedere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5 di 20: Crea il tuo videogioco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7 di 20: Crea un gioco con l’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8 di 20: Cosa ti ser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9 di 20: Apri Claude e inizia una nuova 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0 di 20: Chiedi a Claude di creare il gio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1 di 20: Il gioco è pronto: versio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2 di 20: Livelli di difficoltà e puntegg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3 di 20: Euro e dollaro sui getto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4 di 20: Scatena un ev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5 di 20: Prova subito il tuo gioco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6 di 20: Ricorda le regole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7 di 20: Hai vinto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8 di 20: Altri prompt da prov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19 di 20: E adesso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 descr="20 di 20: Graz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uture">
  <a:themeElements>
    <a:clrScheme name="Efuture">
      <a:dk1>
        <a:srgbClr val="0D2B45"/>
      </a:dk1>
      <a:lt1>
        <a:srgbClr val="FFFFFF"/>
      </a:lt1>
      <a:dk2>
        <a:srgbClr val="002238"/>
      </a:dk2>
      <a:lt2>
        <a:srgbClr val="EEF4FA"/>
      </a:lt2>
      <a:accent1>
        <a:srgbClr val="F18C22"/>
      </a:accent1>
      <a:accent2>
        <a:srgbClr val="8AD0FF"/>
      </a:accent2>
      <a:accent3>
        <a:srgbClr val="0B3A5C"/>
      </a:accent3>
      <a:accent4>
        <a:srgbClr val="4A9FD8"/>
      </a:accent4>
      <a:accent5>
        <a:srgbClr val="FFD2A1"/>
      </a:accent5>
      <a:accent6>
        <a:srgbClr val="2FA36B"/>
      </a:accent6>
      <a:hlink>
        <a:srgbClr val="0B6FB8"/>
      </a:hlink>
      <a:folHlink>
        <a:srgbClr val="6A4C93"/>
      </a:folHlink>
    </a:clrScheme>
    <a:fontScheme name="Efu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Efuture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AI</dc:title>
  <dc:subject>PptxGenJS Presentation</dc:subject>
  <dc:creator>Efuture</dc:creator>
  <cp:lastModifiedBy>Efuture</cp:lastModifiedBy>
  <cp:revision>1</cp:revision>
  <dcterms:created xsi:type="dcterms:W3CDTF">2026-10-15T15:25:56Z</dcterms:created>
  <dcterms:modified xsi:type="dcterms:W3CDTF">2026-10-15T15:25:56Z</dcterms:modified>
</cp:coreProperties>
</file>