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Laboratorio AI" id="{111a20a8-bda8-539a-f69c-97d403912761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di 20: Laboratorio AI
Laboratorio AI
CARE CONFERENCE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di 20: Claude, aiutami tu!
CLAUDE IN CHROMEClaude, aiutami tu!Installa l'estensione di Claude sul tuo browser e risolvi operazioni quotidiane.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di 20: Video: prenota con TheFork
Video: clic per avviarlo.
Claude in Chrome prenota un tavolo su TheFork🔇 Clic per attivare l'audio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di 20: E tu cosa potresti chiedere?
?E tu cosa potresti chiedere a Claude per le tue operazioni quotidiane?Prenotare un ristoranteInviare una mailCompilare un foglio di calcoloConfrontare offerteOrganizzare una trasferta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di 20: Crea il tuo videogioco!
GAME ONCREA CON CLAUDECrea il tuo videogioco!4 prompt e il gioco è fatto! Realizza la tua app in meno di 15 minuti.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di 20: Video: Forza 4 con Claude
Video: clic per avviarlo.
Crea e gioca con Claude🔇 Clic per attivare l'audio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di 20: Crea un gioco con l’AI
Tutorial · Forza 4 con ClaudeTutorialCrea un gioco con l’AIIn meno di 15 minuti crei il tuo videogioco con quattro richieste a Claude (o ChatGPT, ecc.) e gioca subito.4 prompt per costruire il giocouna partita completa contro il computertempo totale: circa 9 minuti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di 20: Cosa ti serve
Tutorial · Forza 4 con ClaudePrima di iniziareCosa ti serveun account Claude (claude.ai)un computer o un tablet con il browser15 minutiNon serve saper programmare: scrivi a Claude cosa vuoi, come lo diresti a una persona.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di 20: Apri Claude e inizia una nuova chat
Tutorial · Forza 4 con ClaudePasso 1Apri Claude e inizia una nuova chatVai su claude.ai e premi Nuova chat. Clicca nel riquadro in basso per scrivere.⏱ circa 0:20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di 20: Chiedi a Claude di creare il gioco
Tutorial · Forza 4 con ClaudePasso 2 · primo promptChiedi a Claude di creare il giocoScrivi con calma, rileggi e premi invio. Claude scrive il codice: mentre lavora vedi l’avanzamento.“Creami un gioco come Forza 4 da giocare nel browser: griglia 7x6, gettoni rossi e gialli, contro il computer oppure in due giocatori.”⏱ Claude ci mette circa 1:30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 di 20: Il gioco è pronto: versione 1
Tutorial · Forza 4 con ClaudePasso 2 · risultatoIl gioco è pronto: versione 1A destra compare il gioco (si chiama Artifact): puoi già provarlo. Nella chat resta la scheda della versione.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di 20: Livelli di difficoltà e punteggio
Tutorial · Forza 4 con ClaudePasso 3 · secondo promptLivelli di difficoltà e punteggioOgni richiesta migliora il gioco: Claude crea una nuova versione partendo da quella di prima.“Aggiungi tre livelli di difficoltà per il computer (facile, medio e difficile) e un punteggio che conti vittorie e pareggi.”⏱ Claude ci mette circa 1:05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 di 20: Euro e dollaro sui gettoni
Tutorial · Forza 4 con ClaudePasso 4 · terzo promptEuro e dollaro sui gettoniLe modifiche piccole sono le più veloci: meno di un minuto.“Sui gettoni rossi metti il simbolo dell'euro e su quelli gialli il dollaro.”⏱ Claude ci mette circa 0:40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 di 20: Scatena un evento
Tutorial · Forza 4 con ClaudePasso 5 · quarto promptScatena un eventoIl gioco è completo. Sono passati circa 9 minuti: ne restano 6 per giocare.“Quando vinco fai partire i fuochi d'artificio. Quando vince il computer, fai esplodere i gettoni fuori dallo schermo!”⏱ Claude ci mette circa 1:15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di 20: Prova subito il tuo gioco!
Tutorial · Forza 4 con ClaudePasso 6 · giocaProva subito il tuo gioco!Scegli Contro il computer e il livello Facile. Metti il primo gettone al centro (colonna 4), poi accanto: colonne 3 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di 20: Ricorda le regole…
Tutorial · Forza 4 con ClaudePasso 7 · la trappolaRicorda le regole…Con tre gettoni in fila e entrambi i lati liberi, il computer può bloccarne uno solo. Tu chiudi l’altro: qui la colonna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 di 20: Hai vinto!
Tutorial · Forza 4 con ClaudeFattoHai vinto!Quattro in fila e fuochi d’artificio. Gioco creato e partita vinta in circa 9 minuti.Con il tempo che resta prova il livello Difficile o sfida un amico in modalità 2 giocatori.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di 20: Altri prompt da provare
Tutorial · Forza 4 con ClaudeIdee per continuareAltri prompt da provarePuoi chiedere a Claude qualsiasi modifica: colori, suoni, regole nuove. Una richiesta alla volta, poi prova il risultato.“Aggiungi un pulsante per il tema scuro e fai dire al computer una frase scherzosa quando vince.”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 di 20: E adesso?
?Ho creato il mio primo videogioco. E adesso?Come posso creare un’applicazione per la mia azienda?Con quale scopo?Come posso migliorare un processo aziendale?Come posso digitalizzare un’operazione di routine?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di 20: Grazie
Graziee buona accelerazione…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FG_COPERTIN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future_games/img/efuture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84048"/>
            <a:ext cx="1463040" cy="3840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1737360"/>
            <a:ext cx="96012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b="1" spc="6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822960" y="2240280"/>
            <a:ext cx="104241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4114800"/>
            <a:ext cx="9601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FG_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future_games/img/efuture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84048"/>
            <a:ext cx="1463040" cy="3840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457200"/>
            <a:ext cx="86868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4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40080" y="822960"/>
            <a:ext cx="9601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FG_CHIARA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future_games/img/efutur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84048"/>
            <a:ext cx="1463040" cy="3840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457200"/>
            <a:ext cx="86868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4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40080" y="822960"/>
            <a:ext cx="9601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FG_TUTORIAL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chemeClr val="bg2"/>
          </a:solidFill>
          <a:ln/>
        </p:spPr>
      </p:sp>
      <p:pic>
        <p:nvPicPr>
          <p:cNvPr id="3" name="Image 0" descr="/home/user/efuture_games/img/efuture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8615" y="384048"/>
            <a:ext cx="1325880" cy="347472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body" hasCustomPrompt="1"/>
          </p:nvPr>
        </p:nvSpPr>
        <p:spPr>
          <a:xfrm>
            <a:off x="7269480" y="960120"/>
            <a:ext cx="44805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269480" y="1325880"/>
            <a:ext cx="4480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6" name="Text 1"/>
          <p:cNvSpPr/>
          <p:nvPr>
            <p:ph idx="104" type="title" hasCustomPrompt="1"/>
          </p:nvPr>
        </p:nvSpPr>
        <p:spPr>
          <a:xfrm>
            <a:off x="7269480" y="1737360"/>
            <a:ext cx="44805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7269480" y="2971800"/>
            <a:ext cx="44805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FG_IMMAGIN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-1.mp4"/><Relationship Id="rId2" Type="http://schemas.microsoft.com/office/2007/relationships/media" Target="../media/media-3-1.mp4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 di 20: Laboratorio 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2 di 20: Claude, aiutami tu!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e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4 di 20: E tu cosa potresti chiedere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5 di 20: Crea il tuo videogioco!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e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7 di 20: Crea un gioco con l’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8 di 20: Cosa ti ser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9 di 20: Apri Claude e inizia una nuova ch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0 di 20: Chiedi a Claude di creare il gioc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1 di 20: Il gioco è pronto: version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2 di 20: Livelli di difficoltà e puntegg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3 di 20: Euro e dollaro sui getton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4 di 20: Scatena un even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5 di 20: Prova subito il tuo gioco!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6 di 20: Ricorda le regole…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7 di 20: Hai vinto!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8 di 20: Altri prompt da prov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9 di 20: E adesso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20 di 20: Graz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Efuture">
  <a:themeElements>
    <a:clrScheme name="Efuture">
      <a:dk1>
        <a:srgbClr val="0D2B45"/>
      </a:dk1>
      <a:lt1>
        <a:srgbClr val="FFFFFF"/>
      </a:lt1>
      <a:dk2>
        <a:srgbClr val="002238"/>
      </a:dk2>
      <a:lt2>
        <a:srgbClr val="EEF4FA"/>
      </a:lt2>
      <a:accent1>
        <a:srgbClr val="F18C22"/>
      </a:accent1>
      <a:accent2>
        <a:srgbClr val="8AD0FF"/>
      </a:accent2>
      <a:accent3>
        <a:srgbClr val="0B3A5C"/>
      </a:accent3>
      <a:accent4>
        <a:srgbClr val="4A9FD8"/>
      </a:accent4>
      <a:accent5>
        <a:srgbClr val="FFD2A1"/>
      </a:accent5>
      <a:accent6>
        <a:srgbClr val="2FA36B"/>
      </a:accent6>
      <a:hlink>
        <a:srgbClr val="0B6FB8"/>
      </a:hlink>
      <a:folHlink>
        <a:srgbClr val="6A4C93"/>
      </a:folHlink>
    </a:clrScheme>
    <a:fontScheme name="Efutur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Efuture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Laboratorio AI</dc:title>
  <dc:subject>PptxGenJS Presentation</dc:subject>
  <dc:creator>Efuture</dc:creator>
  <cp:lastModifiedBy>Efuture</cp:lastModifiedBy>
  <cp:revision>1</cp:revision>
  <dcterms:created xsi:type="dcterms:W3CDTF">2026-10-15T15:29:32Z</dcterms:created>
  <dcterms:modified xsi:type="dcterms:W3CDTF">2026-10-15T15:29:32Z</dcterms:modified>
</cp:coreProperties>
</file>