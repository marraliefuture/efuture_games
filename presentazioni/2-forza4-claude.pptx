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zione" id="{5a48619f-95b1-56a3-014b-0b9de8a8d339}">
          <p14:sldIdLst>
            <p14:sldId id="256"/>
            <p14:sldId id="257"/>
            <p14:sldId id="258"/>
          </p14:sldIdLst>
        </p14:section>
        <p14:section name="Passo dopo passo" id="{53a7c656-23fc-d072-3ca7-342adba997b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e" id="{736b23f7-3c40-0bdc-0466-c61b287a3fc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– Crea un gioco con l’AI
In meno di 15 minuti crei il tuo videogioco con quattro richieste a Claude (o ChatGPT, ecc.) e gioca subito.
• 4 prompt per costruire il gioco
• una partita completa contro il computer
• 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clic sul riquadro per avviarlo (in PowerPoint). File: video/forza4-claude.mp4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iniziare – Cosa ti serve
• un account Claude (claude.ai)
• un computer o un tablet con il browser
• 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1 – Apri Claude e inizia una nuova chat
Vai su claude.ai e premi Nuova chat. Clicca nel riquadro in basso per scrivere.
Tempo: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2 · primo prompt – Chiedi a Claude di creare il gioco
Scrivi con calma, rileggi e premi invio. Claude scrive il codice: mentre lavora vedi l’avanzamento.
Prompt da scrivere: Creami un gioco come Forza 4 da giocare nel browser: griglia 7x6, gettoni rossi e gialli, contro il computer oppure in due giocatori.
Tempo: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2 · risultato – Il gioco è pronto: versione 1
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3 · secondo prompt – Livelli di difficoltà e punteggio
Ogni richiesta migliora il gioco: Claude crea una nuova versione partendo da quella di prima.
Prompt da scrivere: Aggiungi tre livelli di difficoltà per il computer (facile, medio e difficile) e un punteggio che conti vittorie e pareggi.
Tempo: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4 · terzo prompt – Euro e dollaro sui gettoni
Le modifiche piccole sono le più veloci: meno di un minuto.
Prompt da scrivere: Sui gettoni rossi metti il simbolo dell'euro e su quelli gialli il dollaro.
Tempo: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5 · quarto prompt – Scatena un evento
Il gioco è completo. Sono passati circa 9 minuti: ne restano 6 per giocare.
Prompt da scrivere: Quando vinco fai partire i fuochi d'artificio. Quando vince il computer, fai esplodere i gettoni fuori dallo schermo!
Tempo: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6 · gioca – Prova subito il tuo gioco!
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7 · la trappola – Ricorda le regole…
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Fatto – Hai vinto!
Quattro in fila e fuochi d’artificio. Gioco creato e partita vinta in circa 9 minuti.
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 per continuare – Altri prompt da provare
Puoi chiedere a Claude qualsiasi modifica: colori, suoni, regole nuove. Una richiesta alla volta, poi prova il risultato.
Prompt da scrivere: Aggiungi un pulsante per il tema scuro e fai dire al computer una frase scherzosa quando vince.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rea un gioco con l’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Tutorial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Crea un gioco con l’AI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In meno di </a:t>
            </a:r>
            <a:r>
              <a:rPr lang="en-US" sz="1500" b="1" dirty="0">
                <a:solidFill>
                  <a:schemeClr val="bg2"/>
                </a:solidFill>
              </a:rPr>
              <a:t>15 minuti</a:t>
            </a:r>
            <a:r>
              <a:rPr lang="en-US" sz="1500" dirty="0">
                <a:solidFill>
                  <a:schemeClr val="bg2"/>
                </a:solidFill>
              </a:rPr>
              <a:t> crei il tuo videogioco con quattro richieste a Claude (o ChatGPT, ecc.) e gioca subito.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4 prompt per costruire il gioco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una partita completa contro il computer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tempo totale: circa 9 minuti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VIDEO · FORZA 4 CON CLAUDE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Il tutorial in video</a:t>
            </a:r>
            <a:endParaRPr lang="en-US" sz="3400" dirty="0"/>
          </a:p>
        </p:txBody>
      </p:sp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37360" y="1783080"/>
            <a:ext cx="8714232" cy="4901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Prima di iniziare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Cosa ti serve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 account Claude (claude.ai)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un computer o un tablet con il browser</a:t>
            </a:r>
            <a:endParaRPr lang="en-US" sz="15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15 minuti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Non serve saper programmare: scrivi a Claude cosa vuoi, come lo diresti a una persona.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1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Apri Claude e inizia una nuova chat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Vai su </a:t>
            </a:r>
            <a:r>
              <a:rPr lang="en-US" sz="1500" b="1" dirty="0">
                <a:solidFill>
                  <a:schemeClr val="bg2"/>
                </a:solidFill>
              </a:rPr>
              <a:t>claude.ai</a:t>
            </a:r>
            <a:r>
              <a:rPr lang="en-US" sz="1500" dirty="0">
                <a:solidFill>
                  <a:schemeClr val="bg2"/>
                </a:solidFill>
              </a:rPr>
              <a:t> e premi </a:t>
            </a:r>
            <a:r>
              <a:rPr lang="en-US" sz="1500" b="1" dirty="0">
                <a:solidFill>
                  <a:schemeClr val="bg2"/>
                </a:solidFill>
              </a:rPr>
              <a:t>Nuova chat</a:t>
            </a:r>
            <a:r>
              <a:rPr lang="en-US" sz="1500" dirty="0">
                <a:solidFill>
                  <a:schemeClr val="bg2"/>
                </a:solidFill>
              </a:rPr>
              <a:t>. Clicca nel riquadro in basso per scrivere.</a:t>
            </a:r>
            <a:endParaRPr lang="en-US" sz="1500" dirty="0"/>
          </a:p>
        </p:txBody>
      </p:sp>
      <p:sp>
        <p:nvSpPr>
          <p:cNvPr id="7" name="Tempo"/>
          <p:cNvSpPr txBox="1"/>
          <p:nvPr/>
        </p:nvSpPr>
        <p:spPr>
          <a:xfrm>
            <a:off x="7269480" y="46634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circa 0:20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2 · primo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Chiedi a Claude di creare il gioco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Scrivi con calma, rileggi e premi invio. Claude scrive il codice: mentre lavora vedi l’avanzamento.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“Creami un gioco come Forza 4 da giocare nel browser: griglia 7x6, gettoni rossi e gialli, contro il computer oppure in due giocatori.”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1:30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2 · risultato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Il gioco è pronto: versione 1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destra compare il gioco (si chiama </a:t>
            </a:r>
            <a:r>
              <a:rPr lang="en-US" sz="1500" b="1" dirty="0">
                <a:solidFill>
                  <a:schemeClr val="bg2"/>
                </a:solidFill>
              </a:rPr>
              <a:t>Artifact</a:t>
            </a:r>
            <a:r>
              <a:rPr lang="en-US" sz="1500" dirty="0">
                <a:solidFill>
                  <a:schemeClr val="bg2"/>
                </a:solidFill>
              </a:rPr>
              <a:t>): puoi già provarlo. Nella chat resta la scheda della versione.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3 · secondo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Livelli di difficoltà e punteggio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Ogni richiesta migliora il gioco: Claude crea una nuova versione partendo da quella di prima.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“Aggiungi tre livelli di difficoltà per il computer (facile, medio e difficile) e un punteggio che conti vittorie e pareggi.”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1:05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Euro e dollaro sui gett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4 · terzo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Euro e dollaro sui gettoni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Le modifiche piccole sono le più veloci: meno di un minuto.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“Sui gettoni rossi metti il simbolo dell'euro e su quelli gialli il dollaro.”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0:40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Scatena un ev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5 · quarto prompt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Scatena un evento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Il gioco è completo. Sono passati circa </a:t>
            </a:r>
            <a:r>
              <a:rPr lang="en-US" sz="1500" b="1" dirty="0">
                <a:solidFill>
                  <a:schemeClr val="bg2"/>
                </a:solidFill>
              </a:rPr>
              <a:t>9 minuti</a:t>
            </a:r>
            <a:r>
              <a:rPr lang="en-US" sz="1500" dirty="0">
                <a:solidFill>
                  <a:schemeClr val="bg2"/>
                </a:solidFill>
              </a:rPr>
              <a:t>: ne restano 6 per giocare.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“Quando vinco fai partire i fuochi d'artificio. Quando vince il computer, fai esplodere i gettoni fuori dallo schermo!”</a:t>
            </a:r>
            <a:endParaRPr lang="en-US" sz="1300" dirty="0"/>
          </a:p>
        </p:txBody>
      </p:sp>
      <p:sp>
        <p:nvSpPr>
          <p:cNvPr id="9" name="Tempo"/>
          <p:cNvSpPr txBox="1"/>
          <p:nvPr/>
        </p:nvSpPr>
        <p:spPr>
          <a:xfrm>
            <a:off x="7269480" y="6035040"/>
            <a:ext cx="29260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⏱ Claude ci mette circa 1:15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Prova subito il tuo 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6 · gioca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Prova subito il tuo gioco!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Scegli </a:t>
            </a:r>
            <a:r>
              <a:rPr lang="en-US" sz="1500" b="1" dirty="0">
                <a:solidFill>
                  <a:schemeClr val="bg2"/>
                </a:solidFill>
              </a:rPr>
              <a:t>Contro il computer</a:t>
            </a:r>
            <a:r>
              <a:rPr lang="en-US" sz="1500" dirty="0">
                <a:solidFill>
                  <a:schemeClr val="bg2"/>
                </a:solidFill>
              </a:rPr>
              <a:t> e il livello </a:t>
            </a:r>
            <a:r>
              <a:rPr lang="en-US" sz="1500" b="1" dirty="0">
                <a:solidFill>
                  <a:schemeClr val="bg2"/>
                </a:solidFill>
              </a:rPr>
              <a:t>Facile</a:t>
            </a:r>
            <a:r>
              <a:rPr lang="en-US" sz="1500" dirty="0">
                <a:solidFill>
                  <a:schemeClr val="bg2"/>
                </a:solidFill>
              </a:rPr>
              <a:t>. Metti il primo gettone al centro (colonna </a:t>
            </a:r>
            <a:r>
              <a:rPr lang="en-US" sz="1500" b="1" dirty="0">
                <a:solidFill>
                  <a:schemeClr val="bg2"/>
                </a:solidFill>
              </a:rPr>
              <a:t>4</a:t>
            </a:r>
            <a:r>
              <a:rPr lang="en-US" sz="1500" dirty="0">
                <a:solidFill>
                  <a:schemeClr val="bg2"/>
                </a:solidFill>
              </a:rPr>
              <a:t>), poi accanto: colonne </a:t>
            </a:r>
            <a:r>
              <a:rPr lang="en-US" sz="1500" b="1" dirty="0">
                <a:solidFill>
                  <a:schemeClr val="bg2"/>
                </a:solidFill>
              </a:rPr>
              <a:t>3</a:t>
            </a:r>
            <a:r>
              <a:rPr lang="en-US" sz="1500" dirty="0">
                <a:solidFill>
                  <a:schemeClr val="bg2"/>
                </a:solidFill>
              </a:rPr>
              <a:t> e </a:t>
            </a:r>
            <a:r>
              <a:rPr lang="en-US" sz="1500" b="1" dirty="0">
                <a:solidFill>
                  <a:schemeClr val="bg2"/>
                </a:solidFill>
              </a:rPr>
              <a:t>5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Ricorda le regole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Passo 7 · la trappola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Ricorda le regole…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Con tre gettoni in fila e </a:t>
            </a:r>
            <a:r>
              <a:rPr lang="en-US" sz="1500" b="1" dirty="0">
                <a:solidFill>
                  <a:schemeClr val="bg2"/>
                </a:solidFill>
              </a:rPr>
              <a:t>entrambi i lati liberi</a:t>
            </a:r>
            <a:r>
              <a:rPr lang="en-US" sz="1500" dirty="0">
                <a:solidFill>
                  <a:schemeClr val="bg2"/>
                </a:solidFill>
              </a:rPr>
              <a:t>, il computer può bloccarne uno solo. Tu chiudi l’altro: qui la colonna </a:t>
            </a:r>
            <a:r>
              <a:rPr lang="en-US" sz="1500" b="1" dirty="0">
                <a:solidFill>
                  <a:schemeClr val="bg2"/>
                </a:solidFill>
              </a:rPr>
              <a:t>6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Fatto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Hai vinto!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Quattro in fila e fuochi d’artificio. Gioco creato e partita vinta in circa </a:t>
            </a:r>
            <a:r>
              <a:rPr lang="en-US" sz="1500" b="1" dirty="0">
                <a:solidFill>
                  <a:schemeClr val="bg2"/>
                </a:solidFill>
              </a:rPr>
              <a:t>9 minuti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Con il tempo che resta prova il livello </a:t>
            </a:r>
            <a:r>
              <a:rPr lang="en-US" sz="1500" b="1" dirty="0">
                <a:solidFill>
                  <a:schemeClr val="bg2"/>
                </a:solidFill>
              </a:rPr>
              <a:t>Difficile</a:t>
            </a:r>
            <a:r>
              <a:rPr lang="en-US" sz="1500" dirty="0">
                <a:solidFill>
                  <a:schemeClr val="bg2"/>
                </a:solidFill>
              </a:rPr>
              <a:t> o sfida un amico in modalità </a:t>
            </a:r>
            <a:r>
              <a:rPr lang="en-US" sz="1500" b="1" dirty="0">
                <a:solidFill>
                  <a:schemeClr val="bg2"/>
                </a:solidFill>
              </a:rPr>
              <a:t>2 giocatori</a:t>
            </a:r>
            <a:r>
              <a:rPr lang="en-US" sz="1500" dirty="0">
                <a:solidFill>
                  <a:schemeClr val="bg2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" descr="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68780"/>
            <a:ext cx="6035040" cy="352044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TUTORIAL · FORZA 4 CON CLAUDE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Idee per continuare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Altri prompt da provare</a:t>
            </a:r>
            <a:endParaRPr lang="en-US" sz="2800" dirty="0"/>
          </a:p>
        </p:txBody>
      </p:sp>
      <p:sp>
        <p:nvSpPr>
          <p:cNvPr id="6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Puoi chiedere a Claude qualsiasi modifica: colori, suoni, regole nuove. Una richiesta alla volta, poi prova il risultato.</a:t>
            </a:r>
            <a:endParaRPr lang="en-US" sz="1500" dirty="0"/>
          </a:p>
        </p:txBody>
      </p:sp>
      <p:sp>
        <p:nvSpPr>
          <p:cNvPr id="7" name="Linea prompt"/>
          <p:cNvSpPr/>
          <p:nvPr/>
        </p:nvSpPr>
        <p:spPr>
          <a:xfrm>
            <a:off x="7269480" y="4663440"/>
            <a:ext cx="54864" cy="1234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Prompt"/>
          <p:cNvSpPr txBox="1"/>
          <p:nvPr/>
        </p:nvSpPr>
        <p:spPr>
          <a:xfrm>
            <a:off x="7406640" y="4663440"/>
            <a:ext cx="4343400" cy="123444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127000" rIns="127000" bIns="7620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“Aggiungi un pulsante per il tema scuro e fai dire al computer una frase scherzosa quando vince.”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 e gioca con Claude</dc:title>
  <dc:subject>PptxGenJS Presentation</dc:subject>
  <dc:creator>Efuture</dc:creator>
  <cp:lastModifiedBy>Efuture</cp:lastModifiedBy>
  <cp:revision>1</cp:revision>
  <dcterms:created xsi:type="dcterms:W3CDTF">2026-10-15T15:22:17Z</dcterms:created>
  <dcterms:modified xsi:type="dcterms:W3CDTF">2026-10-15T15:22:17Z</dcterms:modified>
</cp:coreProperties>
</file>