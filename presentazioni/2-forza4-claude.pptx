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zione" id="{4a0df6e6-58f1-4b63-1014-04874d4cb7d5}">
          <p14:sldIdLst>
            <p14:sldId id="256"/>
            <p14:sldId id="257"/>
            <p14:sldId id="258"/>
          </p14:sldIdLst>
        </p14:section>
        <p14:section name="Passo dopo passo" id="{2be2592e-8b92-e2bd-cd24-0c22c16e36ff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Conclusione" id="{4b86d14f-9e10-4d6e-46c9-f7ba52bf2f95}">
          <p14:sldIdLst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Tutorial – Crea un gioco con l’AI
In meno di 15 minuti crei il tuo videogioco con quattro richieste a Claude (o ChatGPT, ecc.) e gioca subito.
• 4 prompt per costruire il gioco
• una partita completa contro il computer
• tempo totale: circa 9 minuti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Video: clic sul riquadro per avviarlo (in PowerPoint). File: video/forza4-claude.mp4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Prima di iniziare – Cosa ti serve
• un account Claude (claude.ai)
• un computer o un tablet con il browser
• 15 minutiNon serve saper programmare: scrivi a Claude cosa vuoi, come lo diresti a una persona.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Passo 1 – Apri Claude e inizia una nuova chat
Vai su claude.ai e premi Nuova chat. Clicca nel riquadro in basso per scrivere.
Tempo: circa 0:20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Passo 2 · primo prompt – Chiedi a Claude di creare il gioco
Scrivi con calma, rileggi e premi invio. Claude scrive il codice: mentre lavora vedi l’avanzamento.
Prompt da scrivere: Creami un gioco come Forza 4 da giocare nel browser: griglia 7x6, gettoni rossi e gialli, contro il computer oppure in due giocatori.
Tempo: Claude ci mette circa 1:30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Passo 2 · risultato – Il gioco è pronto: versione 1
A destra compare il gioco (si chiama Artifact): puoi già provarlo. Nella chat resta la scheda della versione.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Passo 3 · secondo prompt – Livelli di difficoltà e punteggio
Ogni richiesta migliora il gioco: Claude crea una nuova versione partendo da quella di prima.
Prompt da scrivere: Aggiungi tre livelli di difficoltà per il computer (facile, medio e difficile) e un punteggio che conti vittorie e pareggi.
Tempo: Claude ci mette circa 1:05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Passo 4 · terzo prompt – Grafica e immagini
Le modifiche piccole sono le più veloci: meno di un minuto.
Prompt da scrivere: Sui gettoni rossi metti il simbolo dell'euro e su quelli gialli il dollaro.
Tempo: Claude ci mette circa 0:40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Passo 5 · quarto prompt – Scatena un evento
Il gioco è completo. Sono passati circa 9 minuti: ne restano 6 per giocare.
Prompt da scrivere: Quando vinco fai partire i fuochi d'artificio. Quando vince il computer, fai esplodere i gettoni fuori dallo schermo!
Tempo: Claude ci mette circa 1:15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Passo 6 · gioca – Prova subito il tuo gioco!
Scegli Contro il computer e il livello Facile. Metti il primo gettone al centro (colonna 4), poi accanto: colonne 3 e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Passo 7 · la trappola – Ricorda le regole…
Con tre gettoni in fila e entrambi i lati liberi, il computer può bloccarne uno solo. Tu chiudi l’altro: qui la colonna 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Fatto – Hai vinto!
Quattro in fila e fuochi d’artificio. Gioco creato e partita vinta in circa 9 minuti.
Con il tempo che resta prova il livello Difficile o sfida un amico in modalità 2 giocatori.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Idee per continuare – Altri prompt da provare
Puoi chiedere a Claude qualsiasi modifica: colori, suoni, regole nuove. Una richiesta alla volta, poi prova il risultato.
Prompt da scrivere: Aggiungi un pulsante per il tema scuro e fai dire al computer una frase scherzosa quando vince.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FG_COPERTINA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efuture_games/img/efuture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5735" y="384048"/>
            <a:ext cx="1463040" cy="384048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1737360"/>
            <a:ext cx="96012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b="1" spc="600" kern="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822960" y="2240280"/>
            <a:ext cx="1042416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822960" y="4114800"/>
            <a:ext cx="96012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FG_SCURA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efuture_games/img/efuture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5735" y="384048"/>
            <a:ext cx="1463040" cy="384048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457200"/>
            <a:ext cx="86868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b="1" spc="400" kern="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640080" y="822960"/>
            <a:ext cx="960120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FG_CHIARA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efuture_games/img/efuture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5735" y="384048"/>
            <a:ext cx="1463040" cy="384048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457200"/>
            <a:ext cx="86868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b="1" spc="4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640080" y="822960"/>
            <a:ext cx="960120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FG_TUTORIAL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766560" cy="6858000"/>
          </a:xfrm>
          <a:prstGeom prst="rect">
            <a:avLst/>
          </a:prstGeom>
          <a:solidFill>
            <a:schemeClr val="bg2"/>
          </a:solidFill>
          <a:ln/>
        </p:spPr>
      </p:sp>
      <p:pic>
        <p:nvPicPr>
          <p:cNvPr id="3" name="Image 0" descr="/home/user/efuture_games/img/efuture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08615" y="384048"/>
            <a:ext cx="1325880" cy="347472"/>
          </a:xfrm>
          <a:prstGeom prst="rect">
            <a:avLst/>
          </a:prstGeom>
        </p:spPr>
      </p:pic>
      <p:sp>
        <p:nvSpPr>
          <p:cNvPr id="4" name="Text 1"/>
          <p:cNvSpPr/>
          <p:nvPr>
            <p:ph idx="102" type="body" hasCustomPrompt="1"/>
          </p:nvPr>
        </p:nvSpPr>
        <p:spPr>
          <a:xfrm>
            <a:off x="7269480" y="960120"/>
            <a:ext cx="448056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300" kern="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7269480" y="1325880"/>
            <a:ext cx="448056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b="1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  <p:sp>
        <p:nvSpPr>
          <p:cNvPr id="6" name="Text 1"/>
          <p:cNvSpPr/>
          <p:nvPr>
            <p:ph idx="104" type="title" hasCustomPrompt="1"/>
          </p:nvPr>
        </p:nvSpPr>
        <p:spPr>
          <a:xfrm>
            <a:off x="7269480" y="1737360"/>
            <a:ext cx="448056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7" name="Text 1"/>
          <p:cNvSpPr/>
          <p:nvPr>
            <p:ph idx="105" type="body" hasCustomPrompt="1"/>
          </p:nvPr>
        </p:nvSpPr>
        <p:spPr>
          <a:xfrm>
            <a:off x="7269480" y="2971800"/>
            <a:ext cx="4480560" cy="1600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FG_IMMAGINE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video" Target="../media/media-2-1.mp4"/><Relationship Id="rId2" Type="http://schemas.microsoft.com/office/2007/relationships/media" Target="../media/media-2-1.mp4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" descr="Crea un gioco con l’A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668780"/>
            <a:ext cx="6035040" cy="3520440"/>
          </a:xfrm>
          <a:prstGeom prst="rect">
            <a:avLst/>
          </a:prstGeom>
        </p:spPr>
      </p:pic>
      <p:sp>
        <p:nvSpPr>
          <p:cNvPr id="3" name="Text 1"/>
          <p:cNvSpPr/>
          <p:nvPr>
            <p:ph idx="102" type="body" hasCustomPrompt="1"/>
          </p:nvPr>
        </p:nvSpPr>
        <p:spPr>
          <a:xfrm>
            <a:off x="7269480" y="96012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TUTORIAL · FORZA 4 CON CLAUDE</a:t>
            </a:r>
            <a:endParaRPr lang="en-US" sz="12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7269480" y="13258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Tutorial</a:t>
            </a:r>
            <a:endParaRPr lang="en-US" sz="1600" dirty="0"/>
          </a:p>
        </p:txBody>
      </p:sp>
      <p:sp>
        <p:nvSpPr>
          <p:cNvPr id="5" name="Text 1"/>
          <p:cNvSpPr/>
          <p:nvPr>
            <p:ph idx="104" type="title" hasCustomPrompt="1"/>
          </p:nvPr>
        </p:nvSpPr>
        <p:spPr>
          <a:xfrm>
            <a:off x="7269480" y="1737360"/>
            <a:ext cx="4480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Crea un gioco con l’AI</a:t>
            </a:r>
            <a:endParaRPr lang="en-US" sz="2800" dirty="0"/>
          </a:p>
        </p:txBody>
      </p:sp>
      <p:sp>
        <p:nvSpPr>
          <p:cNvPr id="6" name="Text 1"/>
          <p:cNvSpPr/>
          <p:nvPr>
            <p:ph idx="105" type="body" hasCustomPrompt="1"/>
          </p:nvPr>
        </p:nvSpPr>
        <p:spPr>
          <a:xfrm>
            <a:off x="7269480" y="2971800"/>
            <a:ext cx="4480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bg2"/>
                </a:solidFill>
              </a:rPr>
              <a:t>In meno di </a:t>
            </a:r>
            <a:r>
              <a:rPr lang="en-US" sz="1500" b="1" dirty="0">
                <a:solidFill>
                  <a:schemeClr val="bg2"/>
                </a:solidFill>
              </a:rPr>
              <a:t>15 minuti</a:t>
            </a:r>
            <a:r>
              <a:rPr lang="en-US" sz="1500" dirty="0">
                <a:solidFill>
                  <a:schemeClr val="bg2"/>
                </a:solidFill>
              </a:rPr>
              <a:t> crei il tuo videogioco con quattro richieste a Claude (o ChatGPT, ecc.) e gioca subito.</a:t>
            </a:r>
            <a:endParaRPr lang="en-US" sz="15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2"/>
                </a:solidFill>
              </a:rPr>
              <a:t>4 prompt per costruire il gioco</a:t>
            </a:r>
            <a:endParaRPr lang="en-US" sz="15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2"/>
                </a:solidFill>
              </a:rPr>
              <a:t>una partita completa contro il computer</a:t>
            </a:r>
            <a:endParaRPr lang="en-US" sz="15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2"/>
                </a:solidFill>
              </a:rPr>
              <a:t>tempo totale: circa 9 minuti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640080" y="45720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chemeClr val="accent2"/>
                </a:solidFill>
              </a:rPr>
              <a:t>VIDEO · FORZA 4 CON CLAUDE</a:t>
            </a:r>
            <a:endParaRPr lang="en-US" sz="14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640080" y="822960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Il tutorial in video</a:t>
            </a:r>
            <a:endParaRPr lang="en-US" sz="3400" dirty="0"/>
          </a:p>
        </p:txBody>
      </p:sp>
      <p:pic>
        <p:nvPicPr>
          <p:cNvPr id="3" name="Video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737360" y="1783080"/>
            <a:ext cx="8714232" cy="490118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" descr="Cosa ti serv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668780"/>
            <a:ext cx="6035040" cy="3520440"/>
          </a:xfrm>
          <a:prstGeom prst="rect">
            <a:avLst/>
          </a:prstGeom>
        </p:spPr>
      </p:pic>
      <p:sp>
        <p:nvSpPr>
          <p:cNvPr id="3" name="Text 1"/>
          <p:cNvSpPr/>
          <p:nvPr>
            <p:ph idx="102" type="body" hasCustomPrompt="1"/>
          </p:nvPr>
        </p:nvSpPr>
        <p:spPr>
          <a:xfrm>
            <a:off x="7269480" y="96012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TUTORIAL · FORZA 4 CON CLAUDE</a:t>
            </a:r>
            <a:endParaRPr lang="en-US" sz="12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7269480" y="13258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Prima di iniziare</a:t>
            </a:r>
            <a:endParaRPr lang="en-US" sz="1600" dirty="0"/>
          </a:p>
        </p:txBody>
      </p:sp>
      <p:sp>
        <p:nvSpPr>
          <p:cNvPr id="5" name="Text 1"/>
          <p:cNvSpPr/>
          <p:nvPr>
            <p:ph idx="104" type="title" hasCustomPrompt="1"/>
          </p:nvPr>
        </p:nvSpPr>
        <p:spPr>
          <a:xfrm>
            <a:off x="7269480" y="1737360"/>
            <a:ext cx="4480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Cosa ti serve</a:t>
            </a:r>
            <a:endParaRPr lang="en-US" sz="2800" dirty="0"/>
          </a:p>
        </p:txBody>
      </p:sp>
      <p:sp>
        <p:nvSpPr>
          <p:cNvPr id="6" name="Text 1"/>
          <p:cNvSpPr/>
          <p:nvPr>
            <p:ph idx="105" type="body" hasCustomPrompt="1"/>
          </p:nvPr>
        </p:nvSpPr>
        <p:spPr>
          <a:xfrm>
            <a:off x="7269480" y="2971800"/>
            <a:ext cx="4480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2"/>
                </a:solidFill>
              </a:rPr>
              <a:t>un account Claude (claude.ai)</a:t>
            </a:r>
            <a:endParaRPr lang="en-US" sz="15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2"/>
                </a:solidFill>
              </a:rPr>
              <a:t>un computer o un tablet con il browser</a:t>
            </a:r>
            <a:endParaRPr lang="en-US" sz="15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2"/>
                </a:solidFill>
              </a:rPr>
              <a:t>15 minuti</a:t>
            </a:r>
            <a:endParaRPr lang="en-US" sz="15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bg2"/>
                </a:solidFill>
              </a:rPr>
              <a:t>Non serve saper programmare: scrivi a Claude cosa vuoi, come lo diresti a una persona.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" descr="Apri Claude e inizia una nuova cha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668780"/>
            <a:ext cx="6035040" cy="3520440"/>
          </a:xfrm>
          <a:prstGeom prst="rect">
            <a:avLst/>
          </a:prstGeom>
        </p:spPr>
      </p:pic>
      <p:sp>
        <p:nvSpPr>
          <p:cNvPr id="3" name="Text 1"/>
          <p:cNvSpPr/>
          <p:nvPr>
            <p:ph idx="102" type="body" hasCustomPrompt="1"/>
          </p:nvPr>
        </p:nvSpPr>
        <p:spPr>
          <a:xfrm>
            <a:off x="7269480" y="96012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TUTORIAL · FORZA 4 CON CLAUDE</a:t>
            </a:r>
            <a:endParaRPr lang="en-US" sz="12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7269480" y="13258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Passo 1</a:t>
            </a:r>
            <a:endParaRPr lang="en-US" sz="1600" dirty="0"/>
          </a:p>
        </p:txBody>
      </p:sp>
      <p:sp>
        <p:nvSpPr>
          <p:cNvPr id="5" name="Text 1"/>
          <p:cNvSpPr/>
          <p:nvPr>
            <p:ph idx="104" type="title" hasCustomPrompt="1"/>
          </p:nvPr>
        </p:nvSpPr>
        <p:spPr>
          <a:xfrm>
            <a:off x="7269480" y="1737360"/>
            <a:ext cx="4480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Apri Claude e inizia una nuova chat</a:t>
            </a:r>
            <a:endParaRPr lang="en-US" sz="2800" dirty="0"/>
          </a:p>
        </p:txBody>
      </p:sp>
      <p:sp>
        <p:nvSpPr>
          <p:cNvPr id="6" name="Text 1"/>
          <p:cNvSpPr/>
          <p:nvPr>
            <p:ph idx="105" type="body" hasCustomPrompt="1"/>
          </p:nvPr>
        </p:nvSpPr>
        <p:spPr>
          <a:xfrm>
            <a:off x="7269480" y="2971800"/>
            <a:ext cx="4480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bg2"/>
                </a:solidFill>
              </a:rPr>
              <a:t>Vai su </a:t>
            </a:r>
            <a:r>
              <a:rPr lang="en-US" sz="1500" b="1" dirty="0">
                <a:solidFill>
                  <a:schemeClr val="bg2"/>
                </a:solidFill>
              </a:rPr>
              <a:t>claude.ai</a:t>
            </a:r>
            <a:r>
              <a:rPr lang="en-US" sz="1500" dirty="0">
                <a:solidFill>
                  <a:schemeClr val="bg2"/>
                </a:solidFill>
              </a:rPr>
              <a:t> e premi </a:t>
            </a:r>
            <a:r>
              <a:rPr lang="en-US" sz="1500" b="1" dirty="0">
                <a:solidFill>
                  <a:schemeClr val="bg2"/>
                </a:solidFill>
              </a:rPr>
              <a:t>Nuova chat</a:t>
            </a:r>
            <a:r>
              <a:rPr lang="en-US" sz="1500" dirty="0">
                <a:solidFill>
                  <a:schemeClr val="bg2"/>
                </a:solidFill>
              </a:rPr>
              <a:t>. Clicca nel riquadro in basso per scrivere.</a:t>
            </a:r>
            <a:endParaRPr lang="en-US" sz="1500" dirty="0"/>
          </a:p>
        </p:txBody>
      </p:sp>
      <p:sp>
        <p:nvSpPr>
          <p:cNvPr id="7" name="Tempo"/>
          <p:cNvSpPr txBox="1"/>
          <p:nvPr/>
        </p:nvSpPr>
        <p:spPr>
          <a:xfrm>
            <a:off x="7269480" y="4663440"/>
            <a:ext cx="2926080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⏱ circa 0:20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" descr="Chiedi a Claude di creare il gioc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668780"/>
            <a:ext cx="6035040" cy="3520440"/>
          </a:xfrm>
          <a:prstGeom prst="rect">
            <a:avLst/>
          </a:prstGeom>
        </p:spPr>
      </p:pic>
      <p:sp>
        <p:nvSpPr>
          <p:cNvPr id="3" name="Text 1"/>
          <p:cNvSpPr/>
          <p:nvPr>
            <p:ph idx="102" type="body" hasCustomPrompt="1"/>
          </p:nvPr>
        </p:nvSpPr>
        <p:spPr>
          <a:xfrm>
            <a:off x="7269480" y="96012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TUTORIAL · FORZA 4 CON CLAUDE</a:t>
            </a:r>
            <a:endParaRPr lang="en-US" sz="12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7269480" y="13258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Passo 2 · primo prompt</a:t>
            </a:r>
            <a:endParaRPr lang="en-US" sz="1600" dirty="0"/>
          </a:p>
        </p:txBody>
      </p:sp>
      <p:sp>
        <p:nvSpPr>
          <p:cNvPr id="5" name="Text 1"/>
          <p:cNvSpPr/>
          <p:nvPr>
            <p:ph idx="104" type="title" hasCustomPrompt="1"/>
          </p:nvPr>
        </p:nvSpPr>
        <p:spPr>
          <a:xfrm>
            <a:off x="7269480" y="1737360"/>
            <a:ext cx="4480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Chiedi a Claude di creare il gioco</a:t>
            </a:r>
            <a:endParaRPr lang="en-US" sz="2800" dirty="0"/>
          </a:p>
        </p:txBody>
      </p:sp>
      <p:sp>
        <p:nvSpPr>
          <p:cNvPr id="6" name="Text 1"/>
          <p:cNvSpPr/>
          <p:nvPr>
            <p:ph idx="105" type="body" hasCustomPrompt="1"/>
          </p:nvPr>
        </p:nvSpPr>
        <p:spPr>
          <a:xfrm>
            <a:off x="7269480" y="2971800"/>
            <a:ext cx="4480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bg2"/>
                </a:solidFill>
              </a:rPr>
              <a:t>Scrivi con calma, rileggi e premi invio. Claude scrive il codice: mentre lavora vedi l’avanzamento.</a:t>
            </a:r>
            <a:endParaRPr lang="en-US" sz="1500" dirty="0"/>
          </a:p>
        </p:txBody>
      </p:sp>
      <p:sp>
        <p:nvSpPr>
          <p:cNvPr id="7" name="Linea prompt"/>
          <p:cNvSpPr/>
          <p:nvPr/>
        </p:nvSpPr>
        <p:spPr>
          <a:xfrm>
            <a:off x="7269480" y="4663440"/>
            <a:ext cx="54864" cy="123444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8" name="Prompt"/>
          <p:cNvSpPr txBox="1"/>
          <p:nvPr/>
        </p:nvSpPr>
        <p:spPr>
          <a:xfrm>
            <a:off x="7406640" y="4663440"/>
            <a:ext cx="4343400" cy="1234440"/>
          </a:xfrm>
          <a:prstGeom prst="rect">
            <a:avLst/>
          </a:prstGeom>
          <a:solidFill>
            <a:schemeClr val="accent3"/>
          </a:solidFill>
          <a:ln/>
        </p:spPr>
        <p:txBody>
          <a:bodyPr wrap="square" lIns="76200" tIns="127000" rIns="127000" bIns="7620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bg1"/>
                </a:solidFill>
              </a:rPr>
              <a:t>“Creami un gioco come Forza 4 da giocare nel browser: griglia 7x6, gettoni rossi e gialli, contro il computer oppure in due giocatori.”</a:t>
            </a:r>
            <a:endParaRPr lang="en-US" sz="1300" dirty="0"/>
          </a:p>
        </p:txBody>
      </p:sp>
      <p:sp>
        <p:nvSpPr>
          <p:cNvPr id="9" name="Tempo"/>
          <p:cNvSpPr txBox="1"/>
          <p:nvPr/>
        </p:nvSpPr>
        <p:spPr>
          <a:xfrm>
            <a:off x="7269480" y="6035040"/>
            <a:ext cx="2926080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⏱ Claude ci mette circa 1:30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" descr="Il gioco è pronto: versione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668780"/>
            <a:ext cx="6035040" cy="3520440"/>
          </a:xfrm>
          <a:prstGeom prst="rect">
            <a:avLst/>
          </a:prstGeom>
        </p:spPr>
      </p:pic>
      <p:sp>
        <p:nvSpPr>
          <p:cNvPr id="3" name="Text 1"/>
          <p:cNvSpPr/>
          <p:nvPr>
            <p:ph idx="102" type="body" hasCustomPrompt="1"/>
          </p:nvPr>
        </p:nvSpPr>
        <p:spPr>
          <a:xfrm>
            <a:off x="7269480" y="96012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TUTORIAL · FORZA 4 CON CLAUDE</a:t>
            </a:r>
            <a:endParaRPr lang="en-US" sz="12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7269480" y="13258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Passo 2 · risultato</a:t>
            </a:r>
            <a:endParaRPr lang="en-US" sz="1600" dirty="0"/>
          </a:p>
        </p:txBody>
      </p:sp>
      <p:sp>
        <p:nvSpPr>
          <p:cNvPr id="5" name="Text 1"/>
          <p:cNvSpPr/>
          <p:nvPr>
            <p:ph idx="104" type="title" hasCustomPrompt="1"/>
          </p:nvPr>
        </p:nvSpPr>
        <p:spPr>
          <a:xfrm>
            <a:off x="7269480" y="1737360"/>
            <a:ext cx="4480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Il gioco è pronto: versione 1</a:t>
            </a:r>
            <a:endParaRPr lang="en-US" sz="2800" dirty="0"/>
          </a:p>
        </p:txBody>
      </p:sp>
      <p:sp>
        <p:nvSpPr>
          <p:cNvPr id="6" name="Text 1"/>
          <p:cNvSpPr/>
          <p:nvPr>
            <p:ph idx="105" type="body" hasCustomPrompt="1"/>
          </p:nvPr>
        </p:nvSpPr>
        <p:spPr>
          <a:xfrm>
            <a:off x="7269480" y="2971800"/>
            <a:ext cx="4480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bg2"/>
                </a:solidFill>
              </a:rPr>
              <a:t>A destra compare il gioco (si chiama </a:t>
            </a:r>
            <a:r>
              <a:rPr lang="en-US" sz="1500" b="1" dirty="0">
                <a:solidFill>
                  <a:schemeClr val="bg2"/>
                </a:solidFill>
              </a:rPr>
              <a:t>Artifact</a:t>
            </a:r>
            <a:r>
              <a:rPr lang="en-US" sz="1500" dirty="0">
                <a:solidFill>
                  <a:schemeClr val="bg2"/>
                </a:solidFill>
              </a:rPr>
              <a:t>): puoi già provarlo. Nella chat resta la scheda della versione.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" descr="Livelli di difficoltà e punteggi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668780"/>
            <a:ext cx="6035040" cy="3520440"/>
          </a:xfrm>
          <a:prstGeom prst="rect">
            <a:avLst/>
          </a:prstGeom>
        </p:spPr>
      </p:pic>
      <p:sp>
        <p:nvSpPr>
          <p:cNvPr id="3" name="Text 1"/>
          <p:cNvSpPr/>
          <p:nvPr>
            <p:ph idx="102" type="body" hasCustomPrompt="1"/>
          </p:nvPr>
        </p:nvSpPr>
        <p:spPr>
          <a:xfrm>
            <a:off x="7269480" y="96012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TUTORIAL · FORZA 4 CON CLAUDE</a:t>
            </a:r>
            <a:endParaRPr lang="en-US" sz="12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7269480" y="13258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Passo 3 · secondo prompt</a:t>
            </a:r>
            <a:endParaRPr lang="en-US" sz="1600" dirty="0"/>
          </a:p>
        </p:txBody>
      </p:sp>
      <p:sp>
        <p:nvSpPr>
          <p:cNvPr id="5" name="Text 1"/>
          <p:cNvSpPr/>
          <p:nvPr>
            <p:ph idx="104" type="title" hasCustomPrompt="1"/>
          </p:nvPr>
        </p:nvSpPr>
        <p:spPr>
          <a:xfrm>
            <a:off x="7269480" y="1737360"/>
            <a:ext cx="4480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Livelli di difficoltà e punteggio</a:t>
            </a:r>
            <a:endParaRPr lang="en-US" sz="2800" dirty="0"/>
          </a:p>
        </p:txBody>
      </p:sp>
      <p:sp>
        <p:nvSpPr>
          <p:cNvPr id="6" name="Text 1"/>
          <p:cNvSpPr/>
          <p:nvPr>
            <p:ph idx="105" type="body" hasCustomPrompt="1"/>
          </p:nvPr>
        </p:nvSpPr>
        <p:spPr>
          <a:xfrm>
            <a:off x="7269480" y="2971800"/>
            <a:ext cx="4480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bg2"/>
                </a:solidFill>
              </a:rPr>
              <a:t>Ogni richiesta migliora il gioco: Claude crea una nuova versione partendo da quella di prima.</a:t>
            </a:r>
            <a:endParaRPr lang="en-US" sz="1500" dirty="0"/>
          </a:p>
        </p:txBody>
      </p:sp>
      <p:sp>
        <p:nvSpPr>
          <p:cNvPr id="7" name="Linea prompt"/>
          <p:cNvSpPr/>
          <p:nvPr/>
        </p:nvSpPr>
        <p:spPr>
          <a:xfrm>
            <a:off x="7269480" y="4663440"/>
            <a:ext cx="54864" cy="123444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8" name="Prompt"/>
          <p:cNvSpPr txBox="1"/>
          <p:nvPr/>
        </p:nvSpPr>
        <p:spPr>
          <a:xfrm>
            <a:off x="7406640" y="4663440"/>
            <a:ext cx="4343400" cy="1234440"/>
          </a:xfrm>
          <a:prstGeom prst="rect">
            <a:avLst/>
          </a:prstGeom>
          <a:solidFill>
            <a:schemeClr val="accent3"/>
          </a:solidFill>
          <a:ln/>
        </p:spPr>
        <p:txBody>
          <a:bodyPr wrap="square" lIns="76200" tIns="127000" rIns="127000" bIns="7620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bg1"/>
                </a:solidFill>
              </a:rPr>
              <a:t>“Aggiungi tre livelli di difficoltà per il computer (facile, medio e difficile) e un punteggio che conti vittorie e pareggi.”</a:t>
            </a:r>
            <a:endParaRPr lang="en-US" sz="1300" dirty="0"/>
          </a:p>
        </p:txBody>
      </p:sp>
      <p:sp>
        <p:nvSpPr>
          <p:cNvPr id="9" name="Tempo"/>
          <p:cNvSpPr txBox="1"/>
          <p:nvPr/>
        </p:nvSpPr>
        <p:spPr>
          <a:xfrm>
            <a:off x="7269480" y="6035040"/>
            <a:ext cx="2926080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⏱ Claude ci mette circa 1:05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" descr="Grafica e immagin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668780"/>
            <a:ext cx="6035040" cy="3520440"/>
          </a:xfrm>
          <a:prstGeom prst="rect">
            <a:avLst/>
          </a:prstGeom>
        </p:spPr>
      </p:pic>
      <p:sp>
        <p:nvSpPr>
          <p:cNvPr id="3" name="Text 1"/>
          <p:cNvSpPr/>
          <p:nvPr>
            <p:ph idx="102" type="body" hasCustomPrompt="1"/>
          </p:nvPr>
        </p:nvSpPr>
        <p:spPr>
          <a:xfrm>
            <a:off x="7269480" y="96012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TUTORIAL · FORZA 4 CON CLAUDE</a:t>
            </a:r>
            <a:endParaRPr lang="en-US" sz="12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7269480" y="13258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Passo 4 · terzo prompt</a:t>
            </a:r>
            <a:endParaRPr lang="en-US" sz="1600" dirty="0"/>
          </a:p>
        </p:txBody>
      </p:sp>
      <p:sp>
        <p:nvSpPr>
          <p:cNvPr id="5" name="Text 1"/>
          <p:cNvSpPr/>
          <p:nvPr>
            <p:ph idx="104" type="title" hasCustomPrompt="1"/>
          </p:nvPr>
        </p:nvSpPr>
        <p:spPr>
          <a:xfrm>
            <a:off x="7269480" y="1737360"/>
            <a:ext cx="4480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Grafica e immagini</a:t>
            </a:r>
            <a:endParaRPr lang="en-US" sz="2800" dirty="0"/>
          </a:p>
        </p:txBody>
      </p:sp>
      <p:sp>
        <p:nvSpPr>
          <p:cNvPr id="6" name="Text 1"/>
          <p:cNvSpPr/>
          <p:nvPr>
            <p:ph idx="105" type="body" hasCustomPrompt="1"/>
          </p:nvPr>
        </p:nvSpPr>
        <p:spPr>
          <a:xfrm>
            <a:off x="7269480" y="2971800"/>
            <a:ext cx="4480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bg2"/>
                </a:solidFill>
              </a:rPr>
              <a:t>Le modifiche piccole sono le più veloci: meno di un minuto.</a:t>
            </a:r>
            <a:endParaRPr lang="en-US" sz="1500" dirty="0"/>
          </a:p>
        </p:txBody>
      </p:sp>
      <p:sp>
        <p:nvSpPr>
          <p:cNvPr id="7" name="Linea prompt"/>
          <p:cNvSpPr/>
          <p:nvPr/>
        </p:nvSpPr>
        <p:spPr>
          <a:xfrm>
            <a:off x="7269480" y="4663440"/>
            <a:ext cx="54864" cy="123444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8" name="Prompt"/>
          <p:cNvSpPr txBox="1"/>
          <p:nvPr/>
        </p:nvSpPr>
        <p:spPr>
          <a:xfrm>
            <a:off x="7406640" y="4663440"/>
            <a:ext cx="4343400" cy="1234440"/>
          </a:xfrm>
          <a:prstGeom prst="rect">
            <a:avLst/>
          </a:prstGeom>
          <a:solidFill>
            <a:schemeClr val="accent3"/>
          </a:solidFill>
          <a:ln/>
        </p:spPr>
        <p:txBody>
          <a:bodyPr wrap="square" lIns="76200" tIns="127000" rIns="127000" bIns="7620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bg1"/>
                </a:solidFill>
              </a:rPr>
              <a:t>“Sui gettoni rossi metti il simbolo dell'euro e su quelli gialli il dollaro.”</a:t>
            </a:r>
            <a:endParaRPr lang="en-US" sz="1300" dirty="0"/>
          </a:p>
        </p:txBody>
      </p:sp>
      <p:sp>
        <p:nvSpPr>
          <p:cNvPr id="9" name="Tempo"/>
          <p:cNvSpPr txBox="1"/>
          <p:nvPr/>
        </p:nvSpPr>
        <p:spPr>
          <a:xfrm>
            <a:off x="7269480" y="6035040"/>
            <a:ext cx="2926080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⏱ Claude ci mette circa 0:40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" descr="Scatena un event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668780"/>
            <a:ext cx="6035040" cy="3520440"/>
          </a:xfrm>
          <a:prstGeom prst="rect">
            <a:avLst/>
          </a:prstGeom>
        </p:spPr>
      </p:pic>
      <p:sp>
        <p:nvSpPr>
          <p:cNvPr id="3" name="Text 1"/>
          <p:cNvSpPr/>
          <p:nvPr>
            <p:ph idx="102" type="body" hasCustomPrompt="1"/>
          </p:nvPr>
        </p:nvSpPr>
        <p:spPr>
          <a:xfrm>
            <a:off x="7269480" y="96012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TUTORIAL · FORZA 4 CON CLAUDE</a:t>
            </a:r>
            <a:endParaRPr lang="en-US" sz="12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7269480" y="13258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Passo 5 · quarto prompt</a:t>
            </a:r>
            <a:endParaRPr lang="en-US" sz="1600" dirty="0"/>
          </a:p>
        </p:txBody>
      </p:sp>
      <p:sp>
        <p:nvSpPr>
          <p:cNvPr id="5" name="Text 1"/>
          <p:cNvSpPr/>
          <p:nvPr>
            <p:ph idx="104" type="title" hasCustomPrompt="1"/>
          </p:nvPr>
        </p:nvSpPr>
        <p:spPr>
          <a:xfrm>
            <a:off x="7269480" y="1737360"/>
            <a:ext cx="4480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Scatena un evento</a:t>
            </a:r>
            <a:endParaRPr lang="en-US" sz="2800" dirty="0"/>
          </a:p>
        </p:txBody>
      </p:sp>
      <p:sp>
        <p:nvSpPr>
          <p:cNvPr id="6" name="Text 1"/>
          <p:cNvSpPr/>
          <p:nvPr>
            <p:ph idx="105" type="body" hasCustomPrompt="1"/>
          </p:nvPr>
        </p:nvSpPr>
        <p:spPr>
          <a:xfrm>
            <a:off x="7269480" y="2971800"/>
            <a:ext cx="4480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bg2"/>
                </a:solidFill>
              </a:rPr>
              <a:t>Il gioco è completo. Sono passati circa </a:t>
            </a:r>
            <a:r>
              <a:rPr lang="en-US" sz="1500" b="1" dirty="0">
                <a:solidFill>
                  <a:schemeClr val="bg2"/>
                </a:solidFill>
              </a:rPr>
              <a:t>9 minuti</a:t>
            </a:r>
            <a:r>
              <a:rPr lang="en-US" sz="1500" dirty="0">
                <a:solidFill>
                  <a:schemeClr val="bg2"/>
                </a:solidFill>
              </a:rPr>
              <a:t>: ne restano 6 per giocare.</a:t>
            </a:r>
            <a:endParaRPr lang="en-US" sz="1500" dirty="0"/>
          </a:p>
        </p:txBody>
      </p:sp>
      <p:sp>
        <p:nvSpPr>
          <p:cNvPr id="7" name="Linea prompt"/>
          <p:cNvSpPr/>
          <p:nvPr/>
        </p:nvSpPr>
        <p:spPr>
          <a:xfrm>
            <a:off x="7269480" y="4663440"/>
            <a:ext cx="54864" cy="123444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8" name="Prompt"/>
          <p:cNvSpPr txBox="1"/>
          <p:nvPr/>
        </p:nvSpPr>
        <p:spPr>
          <a:xfrm>
            <a:off x="7406640" y="4663440"/>
            <a:ext cx="4343400" cy="1234440"/>
          </a:xfrm>
          <a:prstGeom prst="rect">
            <a:avLst/>
          </a:prstGeom>
          <a:solidFill>
            <a:schemeClr val="accent3"/>
          </a:solidFill>
          <a:ln/>
        </p:spPr>
        <p:txBody>
          <a:bodyPr wrap="square" lIns="76200" tIns="127000" rIns="127000" bIns="7620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bg1"/>
                </a:solidFill>
              </a:rPr>
              <a:t>“Quando vinco fai partire i fuochi d'artificio. Quando vince il computer, fai esplodere i gettoni fuori dallo schermo!”</a:t>
            </a:r>
            <a:endParaRPr lang="en-US" sz="1300" dirty="0"/>
          </a:p>
        </p:txBody>
      </p:sp>
      <p:sp>
        <p:nvSpPr>
          <p:cNvPr id="9" name="Tempo"/>
          <p:cNvSpPr txBox="1"/>
          <p:nvPr/>
        </p:nvSpPr>
        <p:spPr>
          <a:xfrm>
            <a:off x="7269480" y="6035040"/>
            <a:ext cx="2926080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⏱ Claude ci mette circa 1:15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" descr="Prova subito il tuo gioco!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668780"/>
            <a:ext cx="6035040" cy="3520440"/>
          </a:xfrm>
          <a:prstGeom prst="rect">
            <a:avLst/>
          </a:prstGeom>
        </p:spPr>
      </p:pic>
      <p:sp>
        <p:nvSpPr>
          <p:cNvPr id="3" name="Text 1"/>
          <p:cNvSpPr/>
          <p:nvPr>
            <p:ph idx="102" type="body" hasCustomPrompt="1"/>
          </p:nvPr>
        </p:nvSpPr>
        <p:spPr>
          <a:xfrm>
            <a:off x="7269480" y="96012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TUTORIAL · FORZA 4 CON CLAUDE</a:t>
            </a:r>
            <a:endParaRPr lang="en-US" sz="12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7269480" y="13258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Passo 6 · gioca</a:t>
            </a:r>
            <a:endParaRPr lang="en-US" sz="1600" dirty="0"/>
          </a:p>
        </p:txBody>
      </p:sp>
      <p:sp>
        <p:nvSpPr>
          <p:cNvPr id="5" name="Text 1"/>
          <p:cNvSpPr/>
          <p:nvPr>
            <p:ph idx="104" type="title" hasCustomPrompt="1"/>
          </p:nvPr>
        </p:nvSpPr>
        <p:spPr>
          <a:xfrm>
            <a:off x="7269480" y="1737360"/>
            <a:ext cx="4480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Prova subito il tuo gioco!</a:t>
            </a:r>
            <a:endParaRPr lang="en-US" sz="2800" dirty="0"/>
          </a:p>
        </p:txBody>
      </p:sp>
      <p:sp>
        <p:nvSpPr>
          <p:cNvPr id="6" name="Text 1"/>
          <p:cNvSpPr/>
          <p:nvPr>
            <p:ph idx="105" type="body" hasCustomPrompt="1"/>
          </p:nvPr>
        </p:nvSpPr>
        <p:spPr>
          <a:xfrm>
            <a:off x="7269480" y="2971800"/>
            <a:ext cx="4480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bg2"/>
                </a:solidFill>
              </a:rPr>
              <a:t>Scegli </a:t>
            </a:r>
            <a:r>
              <a:rPr lang="en-US" sz="1500" b="1" dirty="0">
                <a:solidFill>
                  <a:schemeClr val="bg2"/>
                </a:solidFill>
              </a:rPr>
              <a:t>Contro il computer</a:t>
            </a:r>
            <a:r>
              <a:rPr lang="en-US" sz="1500" dirty="0">
                <a:solidFill>
                  <a:schemeClr val="bg2"/>
                </a:solidFill>
              </a:rPr>
              <a:t> e il livello </a:t>
            </a:r>
            <a:r>
              <a:rPr lang="en-US" sz="1500" b="1" dirty="0">
                <a:solidFill>
                  <a:schemeClr val="bg2"/>
                </a:solidFill>
              </a:rPr>
              <a:t>Facile</a:t>
            </a:r>
            <a:r>
              <a:rPr lang="en-US" sz="1500" dirty="0">
                <a:solidFill>
                  <a:schemeClr val="bg2"/>
                </a:solidFill>
              </a:rPr>
              <a:t>. Metti il primo gettone al centro (colonna </a:t>
            </a:r>
            <a:r>
              <a:rPr lang="en-US" sz="1500" b="1" dirty="0">
                <a:solidFill>
                  <a:schemeClr val="bg2"/>
                </a:solidFill>
              </a:rPr>
              <a:t>4</a:t>
            </a:r>
            <a:r>
              <a:rPr lang="en-US" sz="1500" dirty="0">
                <a:solidFill>
                  <a:schemeClr val="bg2"/>
                </a:solidFill>
              </a:rPr>
              <a:t>), poi accanto: colonne </a:t>
            </a:r>
            <a:r>
              <a:rPr lang="en-US" sz="1500" b="1" dirty="0">
                <a:solidFill>
                  <a:schemeClr val="bg2"/>
                </a:solidFill>
              </a:rPr>
              <a:t>3</a:t>
            </a:r>
            <a:r>
              <a:rPr lang="en-US" sz="1500" dirty="0">
                <a:solidFill>
                  <a:schemeClr val="bg2"/>
                </a:solidFill>
              </a:rPr>
              <a:t> e </a:t>
            </a:r>
            <a:r>
              <a:rPr lang="en-US" sz="1500" b="1" dirty="0">
                <a:solidFill>
                  <a:schemeClr val="bg2"/>
                </a:solidFill>
              </a:rPr>
              <a:t>5</a:t>
            </a:r>
            <a:r>
              <a:rPr lang="en-US" sz="1500" dirty="0">
                <a:solidFill>
                  <a:schemeClr val="bg2"/>
                </a:solidFill>
              </a:rPr>
              <a:t>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" descr="Ricorda le regole…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668780"/>
            <a:ext cx="6035040" cy="3520440"/>
          </a:xfrm>
          <a:prstGeom prst="rect">
            <a:avLst/>
          </a:prstGeom>
        </p:spPr>
      </p:pic>
      <p:sp>
        <p:nvSpPr>
          <p:cNvPr id="3" name="Text 1"/>
          <p:cNvSpPr/>
          <p:nvPr>
            <p:ph idx="102" type="body" hasCustomPrompt="1"/>
          </p:nvPr>
        </p:nvSpPr>
        <p:spPr>
          <a:xfrm>
            <a:off x="7269480" y="96012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TUTORIAL · FORZA 4 CON CLAUDE</a:t>
            </a:r>
            <a:endParaRPr lang="en-US" sz="12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7269480" y="13258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Passo 7 · la trappola</a:t>
            </a:r>
            <a:endParaRPr lang="en-US" sz="1600" dirty="0"/>
          </a:p>
        </p:txBody>
      </p:sp>
      <p:sp>
        <p:nvSpPr>
          <p:cNvPr id="5" name="Text 1"/>
          <p:cNvSpPr/>
          <p:nvPr>
            <p:ph idx="104" type="title" hasCustomPrompt="1"/>
          </p:nvPr>
        </p:nvSpPr>
        <p:spPr>
          <a:xfrm>
            <a:off x="7269480" y="1737360"/>
            <a:ext cx="4480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Ricorda le regole…</a:t>
            </a:r>
            <a:endParaRPr lang="en-US" sz="2800" dirty="0"/>
          </a:p>
        </p:txBody>
      </p:sp>
      <p:sp>
        <p:nvSpPr>
          <p:cNvPr id="6" name="Text 1"/>
          <p:cNvSpPr/>
          <p:nvPr>
            <p:ph idx="105" type="body" hasCustomPrompt="1"/>
          </p:nvPr>
        </p:nvSpPr>
        <p:spPr>
          <a:xfrm>
            <a:off x="7269480" y="2971800"/>
            <a:ext cx="4480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bg2"/>
                </a:solidFill>
              </a:rPr>
              <a:t>Con tre gettoni in fila e </a:t>
            </a:r>
            <a:r>
              <a:rPr lang="en-US" sz="1500" b="1" dirty="0">
                <a:solidFill>
                  <a:schemeClr val="bg2"/>
                </a:solidFill>
              </a:rPr>
              <a:t>entrambi i lati liberi</a:t>
            </a:r>
            <a:r>
              <a:rPr lang="en-US" sz="1500" dirty="0">
                <a:solidFill>
                  <a:schemeClr val="bg2"/>
                </a:solidFill>
              </a:rPr>
              <a:t>, il computer può bloccarne uno solo. Tu chiudi l’altro: qui la colonna </a:t>
            </a:r>
            <a:r>
              <a:rPr lang="en-US" sz="1500" b="1" dirty="0">
                <a:solidFill>
                  <a:schemeClr val="bg2"/>
                </a:solidFill>
              </a:rPr>
              <a:t>6</a:t>
            </a:r>
            <a:r>
              <a:rPr lang="en-US" sz="1500" dirty="0">
                <a:solidFill>
                  <a:schemeClr val="bg2"/>
                </a:solidFill>
              </a:rPr>
              <a:t>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" descr="Hai vinto!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668780"/>
            <a:ext cx="6035040" cy="3520440"/>
          </a:xfrm>
          <a:prstGeom prst="rect">
            <a:avLst/>
          </a:prstGeom>
        </p:spPr>
      </p:pic>
      <p:sp>
        <p:nvSpPr>
          <p:cNvPr id="3" name="Text 1"/>
          <p:cNvSpPr/>
          <p:nvPr>
            <p:ph idx="102" type="body" hasCustomPrompt="1"/>
          </p:nvPr>
        </p:nvSpPr>
        <p:spPr>
          <a:xfrm>
            <a:off x="7269480" y="96012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TUTORIAL · FORZA 4 CON CLAUDE</a:t>
            </a:r>
            <a:endParaRPr lang="en-US" sz="12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7269480" y="13258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Fatto</a:t>
            </a:r>
            <a:endParaRPr lang="en-US" sz="1600" dirty="0"/>
          </a:p>
        </p:txBody>
      </p:sp>
      <p:sp>
        <p:nvSpPr>
          <p:cNvPr id="5" name="Text 1"/>
          <p:cNvSpPr/>
          <p:nvPr>
            <p:ph idx="104" type="title" hasCustomPrompt="1"/>
          </p:nvPr>
        </p:nvSpPr>
        <p:spPr>
          <a:xfrm>
            <a:off x="7269480" y="1737360"/>
            <a:ext cx="4480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Hai vinto!</a:t>
            </a:r>
            <a:endParaRPr lang="en-US" sz="2800" dirty="0"/>
          </a:p>
        </p:txBody>
      </p:sp>
      <p:sp>
        <p:nvSpPr>
          <p:cNvPr id="6" name="Text 1"/>
          <p:cNvSpPr/>
          <p:nvPr>
            <p:ph idx="105" type="body" hasCustomPrompt="1"/>
          </p:nvPr>
        </p:nvSpPr>
        <p:spPr>
          <a:xfrm>
            <a:off x="7269480" y="2971800"/>
            <a:ext cx="4480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bg2"/>
                </a:solidFill>
              </a:rPr>
              <a:t>Quattro in fila e fuochi d’artificio. Gioco creato e partita vinta in circa </a:t>
            </a:r>
            <a:r>
              <a:rPr lang="en-US" sz="1500" b="1" dirty="0">
                <a:solidFill>
                  <a:schemeClr val="bg2"/>
                </a:solidFill>
              </a:rPr>
              <a:t>9 minuti</a:t>
            </a:r>
            <a:r>
              <a:rPr lang="en-US" sz="1500" dirty="0">
                <a:solidFill>
                  <a:schemeClr val="bg2"/>
                </a:solidFill>
              </a:rPr>
              <a:t>.</a:t>
            </a:r>
            <a:endParaRPr lang="en-US" sz="15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bg2"/>
                </a:solidFill>
              </a:rPr>
              <a:t>Con il tempo che resta prova il livello </a:t>
            </a:r>
            <a:r>
              <a:rPr lang="en-US" sz="1500" b="1" dirty="0">
                <a:solidFill>
                  <a:schemeClr val="bg2"/>
                </a:solidFill>
              </a:rPr>
              <a:t>Difficile</a:t>
            </a:r>
            <a:r>
              <a:rPr lang="en-US" sz="1500" dirty="0">
                <a:solidFill>
                  <a:schemeClr val="bg2"/>
                </a:solidFill>
              </a:rPr>
              <a:t> o sfida un amico in modalità </a:t>
            </a:r>
            <a:r>
              <a:rPr lang="en-US" sz="1500" b="1" dirty="0">
                <a:solidFill>
                  <a:schemeClr val="bg2"/>
                </a:solidFill>
              </a:rPr>
              <a:t>2 giocatori</a:t>
            </a:r>
            <a:r>
              <a:rPr lang="en-US" sz="1500" dirty="0">
                <a:solidFill>
                  <a:schemeClr val="bg2"/>
                </a:solidFill>
              </a:rPr>
              <a:t>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" descr="Altri prompt da prova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668780"/>
            <a:ext cx="6035040" cy="3520440"/>
          </a:xfrm>
          <a:prstGeom prst="rect">
            <a:avLst/>
          </a:prstGeom>
        </p:spPr>
      </p:pic>
      <p:sp>
        <p:nvSpPr>
          <p:cNvPr id="3" name="Text 1"/>
          <p:cNvSpPr/>
          <p:nvPr>
            <p:ph idx="102" type="body" hasCustomPrompt="1"/>
          </p:nvPr>
        </p:nvSpPr>
        <p:spPr>
          <a:xfrm>
            <a:off x="7269480" y="96012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TUTORIAL · FORZA 4 CON CLAUDE</a:t>
            </a:r>
            <a:endParaRPr lang="en-US" sz="12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7269480" y="13258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Idee per continuare</a:t>
            </a:r>
            <a:endParaRPr lang="en-US" sz="1600" dirty="0"/>
          </a:p>
        </p:txBody>
      </p:sp>
      <p:sp>
        <p:nvSpPr>
          <p:cNvPr id="5" name="Text 1"/>
          <p:cNvSpPr/>
          <p:nvPr>
            <p:ph idx="104" type="title" hasCustomPrompt="1"/>
          </p:nvPr>
        </p:nvSpPr>
        <p:spPr>
          <a:xfrm>
            <a:off x="7269480" y="1737360"/>
            <a:ext cx="4480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Altri prompt da provare</a:t>
            </a:r>
            <a:endParaRPr lang="en-US" sz="2800" dirty="0"/>
          </a:p>
        </p:txBody>
      </p:sp>
      <p:sp>
        <p:nvSpPr>
          <p:cNvPr id="6" name="Text 1"/>
          <p:cNvSpPr/>
          <p:nvPr>
            <p:ph idx="105" type="body" hasCustomPrompt="1"/>
          </p:nvPr>
        </p:nvSpPr>
        <p:spPr>
          <a:xfrm>
            <a:off x="7269480" y="2971800"/>
            <a:ext cx="4480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bg2"/>
                </a:solidFill>
              </a:rPr>
              <a:t>Puoi chiedere a Claude qualsiasi modifica: colori, suoni, regole nuove. Una richiesta alla volta, poi prova il risultato.</a:t>
            </a:r>
            <a:endParaRPr lang="en-US" sz="1500" dirty="0"/>
          </a:p>
        </p:txBody>
      </p:sp>
      <p:sp>
        <p:nvSpPr>
          <p:cNvPr id="7" name="Linea prompt"/>
          <p:cNvSpPr/>
          <p:nvPr/>
        </p:nvSpPr>
        <p:spPr>
          <a:xfrm>
            <a:off x="7269480" y="4663440"/>
            <a:ext cx="54864" cy="123444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8" name="Prompt"/>
          <p:cNvSpPr txBox="1"/>
          <p:nvPr/>
        </p:nvSpPr>
        <p:spPr>
          <a:xfrm>
            <a:off x="7406640" y="4663440"/>
            <a:ext cx="4343400" cy="1234440"/>
          </a:xfrm>
          <a:prstGeom prst="rect">
            <a:avLst/>
          </a:prstGeom>
          <a:solidFill>
            <a:schemeClr val="accent3"/>
          </a:solidFill>
          <a:ln/>
        </p:spPr>
        <p:txBody>
          <a:bodyPr wrap="square" lIns="76200" tIns="127000" rIns="127000" bIns="7620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bg1"/>
                </a:solidFill>
              </a:rPr>
              <a:t>“Aggiungi un pulsante per il tema scuro e fai dire al computer una frase scherzosa quando vince.”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future">
  <a:themeElements>
    <a:clrScheme name="Efuture">
      <a:dk1>
        <a:srgbClr val="0D2B45"/>
      </a:dk1>
      <a:lt1>
        <a:srgbClr val="FFFFFF"/>
      </a:lt1>
      <a:dk2>
        <a:srgbClr val="002238"/>
      </a:dk2>
      <a:lt2>
        <a:srgbClr val="EEF4FA"/>
      </a:lt2>
      <a:accent1>
        <a:srgbClr val="F18C22"/>
      </a:accent1>
      <a:accent2>
        <a:srgbClr val="8AD0FF"/>
      </a:accent2>
      <a:accent3>
        <a:srgbClr val="0B3A5C"/>
      </a:accent3>
      <a:accent4>
        <a:srgbClr val="4A9FD8"/>
      </a:accent4>
      <a:accent5>
        <a:srgbClr val="FFD2A1"/>
      </a:accent5>
      <a:accent6>
        <a:srgbClr val="2FA36B"/>
      </a:accent6>
      <a:hlink>
        <a:srgbClr val="0B6FB8"/>
      </a:hlink>
      <a:folHlink>
        <a:srgbClr val="6A4C93"/>
      </a:folHlink>
    </a:clrScheme>
    <a:fontScheme name="Efutur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Efuture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 e gioca con Claude</dc:title>
  <dc:subject>PptxGenJS Presentation</dc:subject>
  <dc:creator>Efuture</dc:creator>
  <cp:lastModifiedBy>Efuture</cp:lastModifiedBy>
  <cp:revision>1</cp:revision>
  <dcterms:created xsi:type="dcterms:W3CDTF">2026-10-15T16:22:12Z</dcterms:created>
  <dcterms:modified xsi:type="dcterms:W3CDTF">2026-10-15T16:22:12Z</dcterms:modified>
</cp:coreProperties>
</file>