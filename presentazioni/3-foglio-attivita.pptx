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9135cbfa-bf12-ee73-2f47-9853de0b0092}">
          <p14:sldIdLst>
            <p14:sldId id="256"/>
            <p14:sldId id="257"/>
            <p14:sldId id="258"/>
          </p14:sldIdLst>
        </p14:section>
        <p14:section name="Passo dopo passo" id="{a018b2b7-560b-4f2f-af0b-5815446c8113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clusione" id="{9a6f62de-7955-087a-a255-af9e4e3b317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Tutorial – Un foglio Google fatto da Claude
Con un solo prompt Claude:
• crea il foglio «Attività giornaliere» in Drive
• scrive 8 attività, totale e media
• lo invia al responsabile con GmailTempo reale: circa 4 minuti.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Video: clic sul riquadro per avviarlo (in PowerPoint). File: video/sheets-claude.mp4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di iniziare – Cosa ti serve
• il browser Chrome
• l’estensione Claude in Chrome
• un account Google con Drive e Gmail
• un account Claude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1 – Apri Drive e il pannello di Claude
Vai su drive.google.com e clicca l’icona di Claude in alto a destra: si apre il pannello.
Tempo: circa 0:20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2 · il prompt – Scrivi cosa vuoi
Incolla il prompt nel pannello e premi invio. Metti nomi e indirizzo veri al posto di quelli di esempio.
Prompt da scrivere: Crea in Google Drive un nuovo foglio Google «Attività giornaliere» con le colonne Data, Utente, Descrizione attività, Ora inizio, Ora fine e Durata (min) e inserisci 8 attività di oggi di Luca, Sara e Paolo. In fondo aggiungi una riga TOTALE con la somma delle durate e una riga MEDIA con la media, in grassetto. Salva il file e invialo con Gmail a responsabile@esempio.it (Responsabile di reparto).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3 – Claude crea e compila il foglio
Crea il file, gli dà il nome e scrive colonne e attività. Il bordo arancione indica che Claude sta lavorando sulla pagina.
Tempo: circa 2 minuti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4 – Totale e media
In fondo aggiunge TOTALE con =SOMMA(F2:F9) e MEDIA con =MEDIA(F2:F9), in grassetto.
Tempo: circa 35 secondi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5 – Il file è salvato su Drive
Fogli Google salva da solo: il file è in Il mio Drive.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6 – Claude prepara la mail
Apre Gmail e scrive destinatario, oggetto, testo e link al foglio.
Tempo: circa 35 secondi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7 · tocca a te – Controlla e conferma
Prima di inviare Claude chiede conferma. Controlla destinatario e testo, poi premi Invia.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Fatto – Mail inviata
Il responsabile riceve il foglio. Tempo reale: circa 4 minuti.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 per continuare – Altri prompt da provare
Una richiesta alla volta, poi controlla il risultato.
Prompt da scrivere: Aggiungi un secondo foglio «Riepilogo» con i minuti totali di ogni utente e un grafico a colonne.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OPERTIN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6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2240280"/>
            <a:ext cx="10424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411480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HIA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TUTORIA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84048"/>
            <a:ext cx="1325880" cy="34747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IMMAGIN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Un foglio Google fatto da Cla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Tutorial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Un foglio Google fatto da Claude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Con </a:t>
            </a:r>
            <a:r>
              <a:rPr lang="en-US" sz="1500" b="1" dirty="0">
                <a:solidFill>
                  <a:schemeClr val="bg2"/>
                </a:solidFill>
              </a:rPr>
              <a:t>un solo prompt</a:t>
            </a:r>
            <a:r>
              <a:rPr lang="en-US" sz="1500" dirty="0">
                <a:solidFill>
                  <a:schemeClr val="bg2"/>
                </a:solidFill>
              </a:rPr>
              <a:t> Claude: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crea il foglio «Attività giornaliere» in Drive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scrive 8 attività, totale e media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lo invia al responsabile con Gmail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Tempo reale: circa </a:t>
            </a:r>
            <a:r>
              <a:rPr lang="en-US" sz="1500" b="1" dirty="0">
                <a:solidFill>
                  <a:schemeClr val="bg2"/>
                </a:solidFill>
              </a:rPr>
              <a:t>4 minuti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VIDEO · FOGLIO CON CLAUDE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Il tutorial in video</a:t>
            </a:r>
            <a:endParaRPr lang="en-US" sz="34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7360" y="1783080"/>
            <a:ext cx="8714232" cy="4901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Cosa ti ser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Prima di iniziare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Cosa ti serve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il browser </a:t>
            </a:r>
            <a:r>
              <a:rPr lang="en-US" sz="1500" b="1" dirty="0">
                <a:solidFill>
                  <a:schemeClr val="bg2"/>
                </a:solidFill>
              </a:rPr>
              <a:t>Chrome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l’estensione </a:t>
            </a:r>
            <a:r>
              <a:rPr lang="en-US" sz="1500" b="1" dirty="0">
                <a:solidFill>
                  <a:schemeClr val="bg2"/>
                </a:solidFill>
              </a:rPr>
              <a:t>Claude in Chrome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un account </a:t>
            </a:r>
            <a:r>
              <a:rPr lang="en-US" sz="1500" b="1" dirty="0">
                <a:solidFill>
                  <a:schemeClr val="bg2"/>
                </a:solidFill>
              </a:rPr>
              <a:t>Google</a:t>
            </a:r>
            <a:r>
              <a:rPr lang="en-US" sz="1500" dirty="0">
                <a:solidFill>
                  <a:schemeClr val="bg2"/>
                </a:solidFill>
              </a:rPr>
              <a:t> con Drive e Gmail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un account </a:t>
            </a:r>
            <a:r>
              <a:rPr lang="en-US" sz="1500" b="1" dirty="0">
                <a:solidFill>
                  <a:schemeClr val="bg2"/>
                </a:solidFill>
              </a:rPr>
              <a:t>Claude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Apri Drive e il pannello di Cla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1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Apri Drive e il pannello di Claude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Vai su </a:t>
            </a:r>
            <a:r>
              <a:rPr lang="en-US" sz="1500" b="1" dirty="0">
                <a:solidFill>
                  <a:schemeClr val="bg2"/>
                </a:solidFill>
              </a:rPr>
              <a:t>drive.google.com</a:t>
            </a:r>
            <a:r>
              <a:rPr lang="en-US" sz="1500" dirty="0">
                <a:solidFill>
                  <a:schemeClr val="bg2"/>
                </a:solidFill>
              </a:rPr>
              <a:t> e clicca l’icona di Claude in alto a destra: si apre il pannello.</a:t>
            </a:r>
            <a:endParaRPr lang="en-US" sz="1500" dirty="0"/>
          </a:p>
        </p:txBody>
      </p:sp>
      <p:sp>
        <p:nvSpPr>
          <p:cNvPr id="7" name="Tempo"/>
          <p:cNvSpPr txBox="1"/>
          <p:nvPr/>
        </p:nvSpPr>
        <p:spPr>
          <a:xfrm>
            <a:off x="7269480" y="46634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circa 0:20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Scrivi cosa vuo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2 · il prompt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Scrivi cosa vuoi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Incolla il prompt nel pannello e premi invio. Metti nomi e indirizzo veri al posto di quelli di esempio.</a:t>
            </a:r>
            <a:endParaRPr lang="en-US" sz="1500" dirty="0"/>
          </a:p>
        </p:txBody>
      </p:sp>
      <p:sp>
        <p:nvSpPr>
          <p:cNvPr id="7" name="Linea prompt"/>
          <p:cNvSpPr/>
          <p:nvPr/>
        </p:nvSpPr>
        <p:spPr>
          <a:xfrm>
            <a:off x="7269480" y="4663440"/>
            <a:ext cx="54864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rompt"/>
          <p:cNvSpPr txBox="1"/>
          <p:nvPr/>
        </p:nvSpPr>
        <p:spPr>
          <a:xfrm>
            <a:off x="7406640" y="4663440"/>
            <a:ext cx="4343400" cy="12344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“Crea in Google Drive un nuovo foglio Google «Attività giornaliere» con le colonne Data, Utente, Descrizione attività, Ora inizio, Ora fine e Durata (min) e inserisci 8 attività di oggi di Luca, Sara e Paolo. In fondo aggiungi una riga TOTALE con la somma delle durate e una riga MEDIA con la media, in grassetto. Salva il file e invialo con Gmail a responsabile@esempio.it (Responsabile di reparto).”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Claude crea e compila il fogl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3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Claude crea e compila il foglio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Crea il file, gli dà il nome e scrive colonne e attività. Il bordo arancione indica che Claude sta lavorando sulla pagina.</a:t>
            </a:r>
            <a:endParaRPr lang="en-US" sz="1500" dirty="0"/>
          </a:p>
        </p:txBody>
      </p:sp>
      <p:sp>
        <p:nvSpPr>
          <p:cNvPr id="7" name="Tempo"/>
          <p:cNvSpPr txBox="1"/>
          <p:nvPr/>
        </p:nvSpPr>
        <p:spPr>
          <a:xfrm>
            <a:off x="7269480" y="46634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circa 2 minuti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Totale e med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4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Totale e media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In fondo aggiunge </a:t>
            </a:r>
            <a:r>
              <a:rPr lang="en-US" sz="1500" b="1" dirty="0">
                <a:solidFill>
                  <a:schemeClr val="bg2"/>
                </a:solidFill>
              </a:rPr>
              <a:t>TOTALE</a:t>
            </a:r>
            <a:r>
              <a:rPr lang="en-US" sz="1500" dirty="0">
                <a:solidFill>
                  <a:schemeClr val="bg2"/>
                </a:solidFill>
              </a:rPr>
              <a:t> con =SOMMA(F2:F9) e </a:t>
            </a:r>
            <a:r>
              <a:rPr lang="en-US" sz="1500" b="1" dirty="0">
                <a:solidFill>
                  <a:schemeClr val="bg2"/>
                </a:solidFill>
              </a:rPr>
              <a:t>MEDIA</a:t>
            </a:r>
            <a:r>
              <a:rPr lang="en-US" sz="1500" dirty="0">
                <a:solidFill>
                  <a:schemeClr val="bg2"/>
                </a:solidFill>
              </a:rPr>
              <a:t> con =MEDIA(F2:F9), in grassetto.</a:t>
            </a:r>
            <a:endParaRPr lang="en-US" sz="1500" dirty="0"/>
          </a:p>
        </p:txBody>
      </p:sp>
      <p:sp>
        <p:nvSpPr>
          <p:cNvPr id="7" name="Tempo"/>
          <p:cNvSpPr txBox="1"/>
          <p:nvPr/>
        </p:nvSpPr>
        <p:spPr>
          <a:xfrm>
            <a:off x="7269480" y="46634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circa 35 secondi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Il file è salvato su Dr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5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Il file è salvato su Drive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Fogli Google salva da solo: il file è in </a:t>
            </a:r>
            <a:r>
              <a:rPr lang="en-US" sz="1500" b="1" dirty="0">
                <a:solidFill>
                  <a:schemeClr val="bg2"/>
                </a:solidFill>
              </a:rPr>
              <a:t>Il mio Drive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Claude prepara la 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6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Claude prepara la mail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Apre Gmail e scrive destinatario, oggetto, testo e link al foglio.</a:t>
            </a:r>
            <a:endParaRPr lang="en-US" sz="1500" dirty="0"/>
          </a:p>
        </p:txBody>
      </p:sp>
      <p:sp>
        <p:nvSpPr>
          <p:cNvPr id="7" name="Tempo"/>
          <p:cNvSpPr txBox="1"/>
          <p:nvPr/>
        </p:nvSpPr>
        <p:spPr>
          <a:xfrm>
            <a:off x="7269480" y="466344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⏱ circa 35 secondi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Controlla e confer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 7 · tocca a te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Controlla e conferma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Prima di inviare Claude </a:t>
            </a:r>
            <a:r>
              <a:rPr lang="en-US" sz="1500" b="1" dirty="0">
                <a:solidFill>
                  <a:schemeClr val="bg2"/>
                </a:solidFill>
              </a:rPr>
              <a:t>chiede conferma</a:t>
            </a:r>
            <a:r>
              <a:rPr lang="en-US" sz="1500" dirty="0">
                <a:solidFill>
                  <a:schemeClr val="bg2"/>
                </a:solidFill>
              </a:rPr>
              <a:t>. Controlla destinatario e testo, poi premi </a:t>
            </a:r>
            <a:r>
              <a:rPr lang="en-US" sz="1500" b="1" dirty="0">
                <a:solidFill>
                  <a:schemeClr val="bg2"/>
                </a:solidFill>
              </a:rPr>
              <a:t>Invia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Mail invi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Fatto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Mail inviata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Il responsabile riceve il foglio. Tempo reale: circa </a:t>
            </a:r>
            <a:r>
              <a:rPr lang="en-US" sz="1500" b="1" dirty="0">
                <a:solidFill>
                  <a:schemeClr val="bg2"/>
                </a:solidFill>
              </a:rPr>
              <a:t>4 minuti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" descr="Altri prompt da prov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8780"/>
            <a:ext cx="6035040" cy="35204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TUTORIAL · FOGLIO CON CLAUDE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Idee per continuare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Altri prompt da provare</a:t>
            </a:r>
            <a:endParaRPr lang="en-US" sz="2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Una richiesta alla volta, poi controlla il risultato.</a:t>
            </a:r>
            <a:endParaRPr lang="en-US" sz="1500" dirty="0"/>
          </a:p>
        </p:txBody>
      </p:sp>
      <p:sp>
        <p:nvSpPr>
          <p:cNvPr id="7" name="Linea prompt"/>
          <p:cNvSpPr/>
          <p:nvPr/>
        </p:nvSpPr>
        <p:spPr>
          <a:xfrm>
            <a:off x="7269480" y="4663440"/>
            <a:ext cx="54864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rompt"/>
          <p:cNvSpPr txBox="1"/>
          <p:nvPr/>
        </p:nvSpPr>
        <p:spPr>
          <a:xfrm>
            <a:off x="7406640" y="4663440"/>
            <a:ext cx="4343400" cy="12344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“Aggiungi un secondo foglio «Riepilogo» con i minuti totali di ogni utente e un grafico a colonne.”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future">
  <a:themeElements>
    <a:clrScheme name="Efuture">
      <a:dk1>
        <a:srgbClr val="0D2B45"/>
      </a:dk1>
      <a:lt1>
        <a:srgbClr val="FFFFFF"/>
      </a:lt1>
      <a:dk2>
        <a:srgbClr val="002238"/>
      </a:dk2>
      <a:lt2>
        <a:srgbClr val="EEF4FA"/>
      </a:lt2>
      <a:accent1>
        <a:srgbClr val="F18C22"/>
      </a:accent1>
      <a:accent2>
        <a:srgbClr val="8AD0FF"/>
      </a:accent2>
      <a:accent3>
        <a:srgbClr val="0B3A5C"/>
      </a:accent3>
      <a:accent4>
        <a:srgbClr val="4A9FD8"/>
      </a:accent4>
      <a:accent5>
        <a:srgbClr val="FFD2A1"/>
      </a:accent5>
      <a:accent6>
        <a:srgbClr val="2FA36B"/>
      </a:accent6>
      <a:hlink>
        <a:srgbClr val="0B6FB8"/>
      </a:hlink>
      <a:folHlink>
        <a:srgbClr val="6A4C93"/>
      </a:folHlink>
    </a:clrScheme>
    <a:fontScheme name="Efutu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Efuture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Foglio "Attività giornaliere" con Claude in Chrome</dc:title>
  <dc:subject>PptxGenJS Presentation</dc:subject>
  <dc:creator>Efuture</dc:creator>
  <cp:lastModifiedBy>Efuture</cp:lastModifiedBy>
  <cp:revision>1</cp:revision>
  <dcterms:created xsi:type="dcterms:W3CDTF">2026-10-15T13:14:08Z</dcterms:created>
  <dcterms:modified xsi:type="dcterms:W3CDTF">2026-10-15T13:14:08Z</dcterms:modified>
</cp:coreProperties>
</file>