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edacadbb-0eb4-a141-c09e-a9c5a8df8c9b}">
          <p14:sldIdLst>
            <p14:sldId id="256"/>
          </p14:sldIdLst>
        </p14:section>
        <p14:section name="Le regole" id="{e191d8ff-5227-4c28-16c4-8e5011605df7}">
          <p14:sldIdLst>
            <p14:sldId id="257"/>
            <p14:sldId id="258"/>
          </p14:sldIdLst>
        </p14:section>
        <p14:section name="Premiazione" id="{a57b4645-12db-a690-9b2f-f6233d688b7c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della premiazione.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gioco ha la sua classifica: prima i livelli superati, poi i punti. La classifica generale somma i record dei 4 giochi più il bonus recensione.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Dalla pagina Classifica dell’admin si sceglie la Fase. In Finale ogni “Prossima posizione” fa comparire una riga, dalla 10ª alla 1ª.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si passa alla pagina della classifica in fase Finale e si fa comparire una posizione alla volta.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Scrivi qui nome e azienda dei primi tre (dalla classifica Finale), oppure lascia questa slide come sfondo della foto di gruppo.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Ringraziamenti agli sponsor degli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OPERTIN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6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2240280"/>
            <a:ext cx="10424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411480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HIA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TUTORIA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84048"/>
            <a:ext cx="1325880" cy="34747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IMMAGIN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</a:rPr>
              <a:t>EFUTURE GAMES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22960" y="22402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Classifica e premiazione</a:t>
            </a:r>
            <a:endParaRPr lang="en-US" sz="5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22960" y="4114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Chi ha fatto più strada nei 4 giochi?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COME SI VINCE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Due classifiche</a:t>
            </a:r>
            <a:endParaRPr lang="en-US" sz="3400" dirty="0"/>
          </a:p>
        </p:txBody>
      </p:sp>
      <p:sp>
        <p:nvSpPr>
          <p:cNvPr id="4" name="Riquadro Classifica di ogni gioco"/>
          <p:cNvSpPr/>
          <p:nvPr/>
        </p:nvSpPr>
        <p:spPr>
          <a:xfrm>
            <a:off x="640080" y="1920240"/>
            <a:ext cx="5257800" cy="356616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rgbClr val="D5E3F0"/>
            </a:solidFill>
            <a:prstDash val="solid"/>
          </a:ln>
        </p:spPr>
      </p:sp>
      <p:sp>
        <p:nvSpPr>
          <p:cNvPr id="5" name="Titolo Classifica di ogni gioco"/>
          <p:cNvSpPr txBox="1"/>
          <p:nvPr/>
        </p:nvSpPr>
        <p:spPr>
          <a:xfrm>
            <a:off x="100584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Classifica di ogni gioco</a:t>
            </a:r>
            <a:endParaRPr lang="en-US" sz="2400" dirty="0"/>
          </a:p>
        </p:txBody>
      </p:sp>
      <p:sp>
        <p:nvSpPr>
          <p:cNvPr id="6" name="Testo Classifica di ogni gioco"/>
          <p:cNvSpPr txBox="1"/>
          <p:nvPr/>
        </p:nvSpPr>
        <p:spPr>
          <a:xfrm>
            <a:off x="1005840" y="28803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conta il record di ognuno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prima i livelli superati, poi i punti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a parità vince chi ha fatto il record prima</a:t>
            </a:r>
            <a:endParaRPr lang="en-US" sz="2000" dirty="0"/>
          </a:p>
        </p:txBody>
      </p:sp>
      <p:sp>
        <p:nvSpPr>
          <p:cNvPr id="7" name="Riquadro Classifica generale"/>
          <p:cNvSpPr/>
          <p:nvPr/>
        </p:nvSpPr>
        <p:spPr>
          <a:xfrm>
            <a:off x="6291072" y="1920240"/>
            <a:ext cx="5257800" cy="356616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rgbClr val="D5E3F0"/>
            </a:solidFill>
            <a:prstDash val="solid"/>
          </a:ln>
        </p:spPr>
      </p:sp>
      <p:sp>
        <p:nvSpPr>
          <p:cNvPr id="8" name="Titolo Classifica generale"/>
          <p:cNvSpPr txBox="1"/>
          <p:nvPr/>
        </p:nvSpPr>
        <p:spPr>
          <a:xfrm>
            <a:off x="6656832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Classifica generale</a:t>
            </a:r>
            <a:endParaRPr lang="en-US" sz="2400" dirty="0"/>
          </a:p>
        </p:txBody>
      </p:sp>
      <p:sp>
        <p:nvSpPr>
          <p:cNvPr id="9" name="Testo Classifica generale"/>
          <p:cNvSpPr txBox="1"/>
          <p:nvPr/>
        </p:nvSpPr>
        <p:spPr>
          <a:xfrm>
            <a:off x="6656832" y="28803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somma dei record nei 4 giochi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+ i punti del ⭐ Bonus Recensione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prima i livelli, poi i punti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SULLO SCHERMO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 due fasi della classifica</a:t>
            </a:r>
            <a:endParaRPr lang="en-US" sz="3400" dirty="0"/>
          </a:p>
        </p:txBody>
      </p:sp>
      <p:sp>
        <p:nvSpPr>
          <p:cNvPr id="4" name="Riquadro 🟢 Live"/>
          <p:cNvSpPr/>
          <p:nvPr/>
        </p:nvSpPr>
        <p:spPr>
          <a:xfrm>
            <a:off x="640080" y="1920240"/>
            <a:ext cx="5257800" cy="3566160"/>
          </a:xfrm>
          <a:prstGeom prst="roundRect">
            <a:avLst>
              <a:gd name="adj" fmla="val 3846"/>
            </a:avLst>
          </a:prstGeom>
          <a:solidFill>
            <a:schemeClr val="accent3"/>
          </a:solidFill>
          <a:ln/>
        </p:spPr>
      </p:sp>
      <p:sp>
        <p:nvSpPr>
          <p:cNvPr id="5" name="Titolo 🟢 Live"/>
          <p:cNvSpPr txBox="1"/>
          <p:nvPr/>
        </p:nvSpPr>
        <p:spPr>
          <a:xfrm>
            <a:off x="100584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🟢 Live</a:t>
            </a:r>
            <a:endParaRPr lang="en-US" sz="2600" dirty="0"/>
          </a:p>
        </p:txBody>
      </p:sp>
      <p:sp>
        <p:nvSpPr>
          <p:cNvPr id="6" name="Testo 🟢 Live"/>
          <p:cNvSpPr txBox="1"/>
          <p:nvPr/>
        </p:nvSpPr>
        <p:spPr>
          <a:xfrm>
            <a:off x="1005840" y="28803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durante l’evento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i 4 giochi, top 3 di ognuno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ospiti e sponsor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QR per scaricare l’app</a:t>
            </a:r>
            <a:endParaRPr lang="en-US" sz="2000" dirty="0"/>
          </a:p>
        </p:txBody>
      </p:sp>
      <p:sp>
        <p:nvSpPr>
          <p:cNvPr id="7" name="Riquadro 🏆 Finale"/>
          <p:cNvSpPr/>
          <p:nvPr/>
        </p:nvSpPr>
        <p:spPr>
          <a:xfrm>
            <a:off x="6291072" y="1920240"/>
            <a:ext cx="5257800" cy="3566160"/>
          </a:xfrm>
          <a:prstGeom prst="roundRect">
            <a:avLst>
              <a:gd name="adj" fmla="val 3846"/>
            </a:avLst>
          </a:prstGeom>
          <a:solidFill>
            <a:schemeClr val="accent3"/>
          </a:solidFill>
          <a:ln/>
        </p:spPr>
      </p:sp>
      <p:sp>
        <p:nvSpPr>
          <p:cNvPr id="8" name="Titolo 🏆 Finale"/>
          <p:cNvSpPr txBox="1"/>
          <p:nvPr/>
        </p:nvSpPr>
        <p:spPr>
          <a:xfrm>
            <a:off x="6656832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🏆 Finale</a:t>
            </a:r>
            <a:endParaRPr lang="en-US" sz="2600" dirty="0"/>
          </a:p>
        </p:txBody>
      </p:sp>
      <p:sp>
        <p:nvSpPr>
          <p:cNvPr id="9" name="Testo 🏆 Finale"/>
          <p:cNvSpPr txBox="1"/>
          <p:nvPr/>
        </p:nvSpPr>
        <p:spPr>
          <a:xfrm>
            <a:off x="6656832" y="28803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alla premiazione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solo la classifica generale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top 10, solo ospiti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una posizione alla volta, dalla 10ª alla 1ª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LA CLASSIFICA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 ora... la classifica!</a:t>
            </a:r>
            <a:endParaRPr lang="en-US" sz="3400" dirty="0"/>
          </a:p>
        </p:txBody>
      </p:sp>
      <p:sp>
        <p:nvSpPr>
          <p:cNvPr id="4" name="Istruzione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Passa alla classifica dal vivo (Admin › Classifica › Fase 🏆 Finale)</a:t>
            </a:r>
            <a:endParaRPr lang="en-US" sz="1800" dirty="0"/>
          </a:p>
        </p:txBody>
      </p:sp>
      <p:sp>
        <p:nvSpPr>
          <p:cNvPr id="5" name="Conto alla rovescia"/>
          <p:cNvSpPr txBox="1"/>
          <p:nvPr/>
        </p:nvSpPr>
        <p:spPr>
          <a:xfrm>
            <a:off x="640080" y="29260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10 · 9 · 8 · 7 · 6 · 5 · 4</a:t>
            </a:r>
            <a:endParaRPr lang="en-US" sz="6000" dirty="0"/>
          </a:p>
        </p:txBody>
      </p:sp>
      <p:sp>
        <p:nvSpPr>
          <p:cNvPr id="6" name="Podio"/>
          <p:cNvSpPr txBox="1"/>
          <p:nvPr/>
        </p:nvSpPr>
        <p:spPr>
          <a:xfrm>
            <a:off x="640080" y="4389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chemeClr val="accent1"/>
                </a:solidFill>
              </a:rPr>
              <a:t>…e poi il podio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IL PODIO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 vincitori</a:t>
            </a:r>
            <a:endParaRPr lang="en-US" sz="3400" dirty="0"/>
          </a:p>
        </p:txBody>
      </p:sp>
      <p:sp>
        <p:nvSpPr>
          <p:cNvPr id="4" name="Vincitore 2°"/>
          <p:cNvSpPr txBox="1"/>
          <p:nvPr/>
        </p:nvSpPr>
        <p:spPr>
          <a:xfrm>
            <a:off x="91440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Nome Cognome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Azienda</a:t>
            </a:r>
            <a:endParaRPr lang="en-US" sz="2200" dirty="0"/>
          </a:p>
        </p:txBody>
      </p:sp>
      <p:sp>
        <p:nvSpPr>
          <p:cNvPr id="5" name="Gradino 2°"/>
          <p:cNvSpPr txBox="1"/>
          <p:nvPr/>
        </p:nvSpPr>
        <p:spPr>
          <a:xfrm>
            <a:off x="914400" y="4251960"/>
            <a:ext cx="3200400" cy="21031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7780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2°</a:t>
            </a:r>
            <a:endParaRPr lang="en-US" sz="5400" dirty="0"/>
          </a:p>
        </p:txBody>
      </p:sp>
      <p:sp>
        <p:nvSpPr>
          <p:cNvPr id="6" name="Vincitore 1°"/>
          <p:cNvSpPr txBox="1"/>
          <p:nvPr/>
        </p:nvSpPr>
        <p:spPr>
          <a:xfrm>
            <a:off x="4498848" y="2468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Nome Cognome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Azienda</a:t>
            </a:r>
            <a:endParaRPr lang="en-US" sz="2200" dirty="0"/>
          </a:p>
        </p:txBody>
      </p:sp>
      <p:sp>
        <p:nvSpPr>
          <p:cNvPr id="7" name="Gradino 1°"/>
          <p:cNvSpPr txBox="1"/>
          <p:nvPr/>
        </p:nvSpPr>
        <p:spPr>
          <a:xfrm>
            <a:off x="4498848" y="3520440"/>
            <a:ext cx="3200400" cy="283464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1°</a:t>
            </a:r>
            <a:endParaRPr lang="en-US" sz="5400" dirty="0"/>
          </a:p>
        </p:txBody>
      </p:sp>
      <p:sp>
        <p:nvSpPr>
          <p:cNvPr id="8" name="Vincitore 3°"/>
          <p:cNvSpPr txBox="1"/>
          <p:nvPr/>
        </p:nvSpPr>
        <p:spPr>
          <a:xfrm>
            <a:off x="8083296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Nome Cognome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Azienda</a:t>
            </a:r>
            <a:endParaRPr lang="en-US" sz="2200" dirty="0"/>
          </a:p>
        </p:txBody>
      </p:sp>
      <p:sp>
        <p:nvSpPr>
          <p:cNvPr id="9" name="Gradino 3°"/>
          <p:cNvSpPr txBox="1"/>
          <p:nvPr/>
        </p:nvSpPr>
        <p:spPr>
          <a:xfrm>
            <a:off x="8083296" y="4800600"/>
            <a:ext cx="3200400" cy="1554480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17780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3°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</a:rPr>
              <a:t>GRAZIE A TUTTI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22960" y="22402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Grazie per aver giocato!</a:t>
            </a:r>
            <a:endParaRPr lang="en-US" sz="5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22960" y="4114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Efuture · CoreTech · Timenet · inncloud</a:t>
            </a:r>
            <a:endParaRPr lang="en-US" sz="2200" dirty="0"/>
          </a:p>
        </p:txBody>
      </p:sp>
      <p:pic>
        <p:nvPicPr>
          <p:cNvPr id="5" name="Icona Efuture Bros" descr="Efuture B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349240"/>
            <a:ext cx="822960" cy="822960"/>
          </a:xfrm>
          <a:prstGeom prst="rect">
            <a:avLst/>
          </a:prstGeom>
        </p:spPr>
      </p:pic>
      <p:pic>
        <p:nvPicPr>
          <p:cNvPr id="6" name="Icona CoreTech Pac" descr="CoreTech Pa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5349240"/>
            <a:ext cx="822960" cy="822960"/>
          </a:xfrm>
          <a:prstGeom prst="rect">
            <a:avLst/>
          </a:prstGeom>
        </p:spPr>
      </p:pic>
      <p:pic>
        <p:nvPicPr>
          <p:cNvPr id="7" name="Icona Timenet Breakout" descr="Timenet Breakou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5349240"/>
            <a:ext cx="822960" cy="822960"/>
          </a:xfrm>
          <a:prstGeom prst="rect">
            <a:avLst/>
          </a:prstGeom>
        </p:spPr>
      </p:pic>
      <p:pic>
        <p:nvPicPr>
          <p:cNvPr id="8" name="Icona inncloud Invaders" descr="inncloud Invad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53492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uture">
  <a:themeElements>
    <a:clrScheme name="Efuture">
      <a:dk1>
        <a:srgbClr val="0D2B45"/>
      </a:dk1>
      <a:lt1>
        <a:srgbClr val="FFFFFF"/>
      </a:lt1>
      <a:dk2>
        <a:srgbClr val="002238"/>
      </a:dk2>
      <a:lt2>
        <a:srgbClr val="EEF4FA"/>
      </a:lt2>
      <a:accent1>
        <a:srgbClr val="F18C22"/>
      </a:accent1>
      <a:accent2>
        <a:srgbClr val="8AD0FF"/>
      </a:accent2>
      <a:accent3>
        <a:srgbClr val="0B3A5C"/>
      </a:accent3>
      <a:accent4>
        <a:srgbClr val="4A9FD8"/>
      </a:accent4>
      <a:accent5>
        <a:srgbClr val="FFD2A1"/>
      </a:accent5>
      <a:accent6>
        <a:srgbClr val="2FA36B"/>
      </a:accent6>
      <a:hlink>
        <a:srgbClr val="0B6FB8"/>
      </a:hlink>
      <a:folHlink>
        <a:srgbClr val="6A4C93"/>
      </a:folHlink>
    </a:clrScheme>
    <a:fontScheme name="Efutu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Efuture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 e premiazione</dc:title>
  <dc:subject>PptxGenJS Presentation</dc:subject>
  <dc:creator>Efuture</dc:creator>
  <cp:lastModifiedBy>Efuture</cp:lastModifiedBy>
  <cp:revision>1</cp:revision>
  <dcterms:created xsi:type="dcterms:W3CDTF">2026-10-15T13:14:09Z</dcterms:created>
  <dcterms:modified xsi:type="dcterms:W3CDTF">2026-10-15T13:14:09Z</dcterms:modified>
</cp:coreProperties>
</file>